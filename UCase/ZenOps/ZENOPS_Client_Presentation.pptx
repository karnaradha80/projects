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714" r:id="rId4"/>
    <p:sldMasterId id="2147483842" r:id="rId5"/>
  </p:sldMasterIdLst>
  <p:notesMasterIdLst>
    <p:notesMasterId r:id="rId11"/>
  </p:notesMasterIdLst>
  <p:sldIdLst>
    <p:sldId id="256" r:id="rId18"/>
    <p:sldId id="257" r:id="rId19"/>
    <p:sldId id="258" r:id="rId20"/>
    <p:sldId id="259" r:id="rId21"/>
    <p:sldId id="260" r:id="rId22"/>
    <p:sldId id="261" r:id="rId23"/>
    <p:sldId id="262" r:id="rId24"/>
    <p:sldId id="263" r:id="rId25"/>
    <p:sldId id="264" r:id="rId26"/>
    <p:sldId id="265" r:id="rId27"/>
    <p:sldId id="266" r:id="rId28"/>
    <p:sldId id="267" r:id="rId29"/>
    <p:sldId id="268" r:id="rId30"/>
    <p:sldId id="269" r:id="rId31"/>
    <p:sldId id="270" r:id="rId32"/>
    <p:sldId id="271" r:id="rId33"/>
    <p:sldId id="272" r:id="rId34"/>
    <p:sldId id="273" r:id="rId35"/>
    <p:sldId id="274" r:id="rId36"/>
    <p:sldId id="275" r:id="rId37"/>
    <p:sldId id="276" r:id="rId38"/>
    <p:sldId id="277" r:id="rId39"/>
  </p:sldIdLst>
  <p:sldSz cx="12192000" cy="6858000"/>
  <p:notesSz cx="6858000" cy="9144000"/>
  <p:embeddedFontLst>
    <p:embeddedFont>
      <p:font typeface="Arial Rounded MT Bold" panose="020F0704030504030204" pitchFamily="34" charset="0"/>
      <p:regular r:id="rId1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7B73EA1-819A-03CF-0FA9-08F00FF5FBCA}" name="Sarah Newman" initials="SN" userId="S::sarah.newman@enzen.com::90be88b7-5380-4def-a56d-6146ba69bab7" providerId="AD"/>
  <p188:author id="{1603B1D8-F3C9-7BD3-D433-2D3CAA87FAA4}" name="Zoe Kathryn Vizor" initials="ZV" userId="S::zoe.vizor@enzen.com::4c8dc300-9ba3-4716-890d-fc84271c5d6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30304"/>
    <a:srgbClr val="EDEDED"/>
    <a:srgbClr val="DADADA"/>
    <a:srgbClr val="C6C6C6"/>
    <a:srgbClr val="B2B2B2"/>
    <a:srgbClr val="9D9D9D"/>
    <a:srgbClr val="878787"/>
    <a:srgbClr val="6F6F6F"/>
    <a:srgbClr val="575757"/>
    <a:srgbClr val="3C3C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706" autoAdjust="0"/>
  </p:normalViewPr>
  <p:slideViewPr>
    <p:cSldViewPr snapToGrid="0">
      <p:cViewPr varScale="1">
        <p:scale>
          <a:sx n="102" d="100"/>
          <a:sy n="102" d="100"/>
        </p:scale>
        <p:origin x="870" y="96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12" Type="http://schemas.openxmlformats.org/officeDocument/2006/relationships/font" Target="fonts/font1.fntdata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microsoft.com/office/2018/10/relationships/authors" Target="authors.xml"/><Relationship Id="rId18" Type="http://schemas.openxmlformats.org/officeDocument/2006/relationships/slide" Target="slides/slide1.xml"/><Relationship Id="rId19" Type="http://schemas.openxmlformats.org/officeDocument/2006/relationships/slide" Target="slides/slide2.xml"/><Relationship Id="rId20" Type="http://schemas.openxmlformats.org/officeDocument/2006/relationships/slide" Target="slides/slide3.xml"/><Relationship Id="rId21" Type="http://schemas.openxmlformats.org/officeDocument/2006/relationships/slide" Target="slides/slide4.xml"/><Relationship Id="rId22" Type="http://schemas.openxmlformats.org/officeDocument/2006/relationships/slide" Target="slides/slide5.xml"/><Relationship Id="rId23" Type="http://schemas.openxmlformats.org/officeDocument/2006/relationships/slide" Target="slides/slide6.xml"/><Relationship Id="rId24" Type="http://schemas.openxmlformats.org/officeDocument/2006/relationships/slide" Target="slides/slide7.xml"/><Relationship Id="rId25" Type="http://schemas.openxmlformats.org/officeDocument/2006/relationships/slide" Target="slides/slide8.xml"/><Relationship Id="rId26" Type="http://schemas.openxmlformats.org/officeDocument/2006/relationships/slide" Target="slides/slide9.xml"/><Relationship Id="rId27" Type="http://schemas.openxmlformats.org/officeDocument/2006/relationships/slide" Target="slides/slide10.xml"/><Relationship Id="rId28" Type="http://schemas.openxmlformats.org/officeDocument/2006/relationships/slide" Target="slides/slide11.xml"/><Relationship Id="rId29" Type="http://schemas.openxmlformats.org/officeDocument/2006/relationships/slide" Target="slides/slide12.xml"/><Relationship Id="rId30" Type="http://schemas.openxmlformats.org/officeDocument/2006/relationships/slide" Target="slides/slide13.xml"/><Relationship Id="rId31" Type="http://schemas.openxmlformats.org/officeDocument/2006/relationships/slide" Target="slides/slide14.xml"/><Relationship Id="rId32" Type="http://schemas.openxmlformats.org/officeDocument/2006/relationships/slide" Target="slides/slide15.xml"/><Relationship Id="rId33" Type="http://schemas.openxmlformats.org/officeDocument/2006/relationships/slide" Target="slides/slide16.xml"/><Relationship Id="rId34" Type="http://schemas.openxmlformats.org/officeDocument/2006/relationships/slide" Target="slides/slide17.xml"/><Relationship Id="rId35" Type="http://schemas.openxmlformats.org/officeDocument/2006/relationships/slide" Target="slides/slide18.xml"/><Relationship Id="rId36" Type="http://schemas.openxmlformats.org/officeDocument/2006/relationships/slide" Target="slides/slide19.xml"/><Relationship Id="rId37" Type="http://schemas.openxmlformats.org/officeDocument/2006/relationships/slide" Target="slides/slide20.xml"/><Relationship Id="rId38" Type="http://schemas.openxmlformats.org/officeDocument/2006/relationships/slide" Target="slides/slide21.xml"/><Relationship Id="rId3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en-GB" dirty="0"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en-GB" dirty="0"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en-GB" dirty="0"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>
              <a:defRPr b="0" i="0">
                <a:latin typeface="Calibri" panose="020F0502020204030204" pitchFamily="34" charset="0"/>
              </a:defRPr>
            </a:lvl1pPr>
          </a:lstStyle>
          <a:p>
            <a:pPr algn="r">
              <a:buSzPts val="1200"/>
            </a:pPr>
            <a:fld id="{00000000-1234-1234-1234-123412341234}" type="slidenum">
              <a:rPr lang="en-GB" sz="1200" smtClean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pPr algn="r">
                <a:buSzPts val="1200"/>
              </a:pPr>
              <a:t>‹#›</a:t>
            </a:fld>
            <a:endParaRPr lang="en-GB" sz="1200" dirty="0">
              <a:solidFill>
                <a:schemeClr val="dk1"/>
              </a:solidFill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CorporativeSansRd" pitchFamily="2" charset="77"/>
        <a:ea typeface="CorporativeSansRd" pitchFamily="2" charset="77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jpeg"/><Relationship Id="rId3" Type="http://schemas.openxmlformats.org/officeDocument/2006/relationships/image" Target="../media/image1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85_Custom Layout" preserve="1" userDrawn="1">
  <p:cSld name="title - green">
    <p:bg>
      <p:bgPr>
        <a:solidFill>
          <a:schemeClr val="accent1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/>
          <p:cNvSpPr txBox="1">
            <a:spLocks noGrp="1"/>
          </p:cNvSpPr>
          <p:nvPr>
            <p:ph type="title" hasCustomPrompt="1"/>
          </p:nvPr>
        </p:nvSpPr>
        <p:spPr>
          <a:xfrm>
            <a:off x="766095" y="2734374"/>
            <a:ext cx="5329905" cy="1389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200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5000" b="0" i="1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 dirty="0"/>
              <a:t>Click to add presentation title</a:t>
            </a:r>
            <a:endParaRPr dirty="0"/>
          </a:p>
        </p:txBody>
      </p:sp>
      <p:sp>
        <p:nvSpPr>
          <p:cNvPr id="22" name="Google Shape;22;p2"/>
          <p:cNvSpPr txBox="1">
            <a:spLocks noGrp="1"/>
          </p:cNvSpPr>
          <p:nvPr>
            <p:ph type="body" idx="1" hasCustomPrompt="1"/>
          </p:nvPr>
        </p:nvSpPr>
        <p:spPr>
          <a:xfrm>
            <a:off x="766095" y="5273506"/>
            <a:ext cx="5329905" cy="896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600" b="1" i="0" cap="none" spc="300">
                <a:solidFill>
                  <a:schemeClr val="tx1"/>
                </a:solidFill>
                <a:latin typeface="Arial Rounded MT Bold" panose="020F0704030504030204" pitchFamily="34" charset="77"/>
                <a:ea typeface="Arial Rounded MT Bold" panose="020F0704030504030204" pitchFamily="34" charset="77"/>
                <a:cs typeface="Calibri" panose="020F0502020204030204" pitchFamily="34" charset="0"/>
                <a:sym typeface="Arial"/>
              </a:defRPr>
            </a:lvl1pPr>
            <a:lvl2pPr marL="914400" lvl="1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2000"/>
              <a:buNone/>
              <a:defRPr>
                <a:solidFill>
                  <a:schemeClr val="accent1"/>
                </a:solidFill>
              </a:defRPr>
            </a:lvl2pPr>
            <a:lvl3pPr marL="1371600" lvl="2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800"/>
              <a:buNone/>
              <a:defRPr/>
            </a:lvl3pPr>
            <a:lvl4pPr marL="1828800" lvl="3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600"/>
              <a:buNone/>
              <a:defRPr/>
            </a:lvl4pPr>
            <a:lvl5pPr marL="2286000" lvl="4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accent1"/>
                </a:solidFill>
              </a:defRPr>
            </a:lvl6pPr>
            <a:lvl7pPr marL="3200400" lvl="6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 lvl="0"/>
            <a:r>
              <a:rPr lang="en-GB" b="0" dirty="0"/>
              <a:t>CLICK TO ADD SUBTITLE (ALL CAPS) </a:t>
            </a:r>
          </a:p>
          <a:p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2DEB7E9-A412-17BE-0D6C-98F1660B82A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68857" y="410824"/>
            <a:ext cx="2510013" cy="171935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BB147D7-0FB2-812B-1C96-0D6F3F5BB54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117976" y="0"/>
            <a:ext cx="5074024" cy="6858000"/>
          </a:xfrm>
          <a:prstGeom prst="rect">
            <a:avLst/>
          </a:prstGeom>
        </p:spPr>
      </p:pic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CF93E079-C987-8875-06BF-D35DAB55A53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431047" y="687937"/>
            <a:ext cx="2509837" cy="1148176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45567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85_Custom Layout" preserve="1" userDrawn="1">
  <p:cSld name="title - pearl">
    <p:bg>
      <p:bgPr>
        <a:solidFill>
          <a:schemeClr val="tx2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/>
          <p:cNvSpPr txBox="1">
            <a:spLocks noGrp="1"/>
          </p:cNvSpPr>
          <p:nvPr>
            <p:ph type="title" hasCustomPrompt="1"/>
          </p:nvPr>
        </p:nvSpPr>
        <p:spPr>
          <a:xfrm>
            <a:off x="766095" y="2734374"/>
            <a:ext cx="5329905" cy="1389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200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5000" b="0" i="1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 dirty="0"/>
              <a:t>Click to add presentation title</a:t>
            </a:r>
            <a:endParaRPr dirty="0"/>
          </a:p>
        </p:txBody>
      </p:sp>
      <p:sp>
        <p:nvSpPr>
          <p:cNvPr id="22" name="Google Shape;22;p2"/>
          <p:cNvSpPr txBox="1">
            <a:spLocks noGrp="1"/>
          </p:cNvSpPr>
          <p:nvPr>
            <p:ph type="body" idx="1" hasCustomPrompt="1"/>
          </p:nvPr>
        </p:nvSpPr>
        <p:spPr>
          <a:xfrm>
            <a:off x="766095" y="5273506"/>
            <a:ext cx="5329905" cy="896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600" b="1" i="0" cap="none" spc="300">
                <a:solidFill>
                  <a:schemeClr val="tx1"/>
                </a:solidFill>
                <a:latin typeface="Arial Rounded MT Bold" panose="020F0704030504030204" pitchFamily="34" charset="77"/>
                <a:ea typeface="Arial Rounded MT Bold" panose="020F0704030504030204" pitchFamily="34" charset="77"/>
                <a:cs typeface="Calibri" panose="020F0502020204030204" pitchFamily="34" charset="0"/>
                <a:sym typeface="Arial"/>
              </a:defRPr>
            </a:lvl1pPr>
            <a:lvl2pPr marL="914400" lvl="1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2000"/>
              <a:buNone/>
              <a:defRPr>
                <a:solidFill>
                  <a:schemeClr val="accent1"/>
                </a:solidFill>
              </a:defRPr>
            </a:lvl2pPr>
            <a:lvl3pPr marL="1371600" lvl="2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800"/>
              <a:buNone/>
              <a:defRPr/>
            </a:lvl3pPr>
            <a:lvl4pPr marL="1828800" lvl="3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600"/>
              <a:buNone/>
              <a:defRPr/>
            </a:lvl4pPr>
            <a:lvl5pPr marL="2286000" lvl="4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accent1"/>
                </a:solidFill>
              </a:defRPr>
            </a:lvl6pPr>
            <a:lvl7pPr marL="3200400" lvl="6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 lvl="0"/>
            <a:r>
              <a:rPr lang="en-GB" b="0" dirty="0"/>
              <a:t>CLICK TO ADD SUBTITLE (ALL CAPS) </a:t>
            </a:r>
          </a:p>
          <a:p>
            <a:endParaRPr dirty="0"/>
          </a:p>
        </p:txBody>
      </p:sp>
      <p:pic>
        <p:nvPicPr>
          <p:cNvPr id="11" name="Picture 10" descr="A purple and black pattern&#10;&#10;AI-generated content may be incorrect.">
            <a:extLst>
              <a:ext uri="{FF2B5EF4-FFF2-40B4-BE49-F238E27FC236}">
                <a16:creationId xmlns:a16="http://schemas.microsoft.com/office/drawing/2014/main" id="{DBB147D7-0FB2-812B-1C96-0D6F3F5BB5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2"/>
          <a:stretch>
            <a:fillRect/>
          </a:stretch>
        </p:blipFill>
        <p:spPr>
          <a:xfrm>
            <a:off x="7117976" y="0"/>
            <a:ext cx="5074024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91C0723-9F79-C18B-E17A-2385B7F0ED9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68857" y="410824"/>
            <a:ext cx="2510013" cy="1719358"/>
          </a:xfrm>
          <a:prstGeom prst="rect">
            <a:avLst/>
          </a:prstGeom>
        </p:spPr>
      </p:pic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EA4B85-4D83-0191-B0A1-AA7483DFBB1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431047" y="687937"/>
            <a:ext cx="2509837" cy="1148176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43108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4_Custom Layout" preserve="1" userDrawn="1">
  <p:cSld name="half text/image (+sub) opt 1 - pearl">
    <p:bg>
      <p:bgPr>
        <a:solidFill>
          <a:schemeClr val="tx2"/>
        </a:solid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3EB869E-66BE-A61A-9A9B-D2360A6D908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Google Shape;21;p2">
            <a:extLst>
              <a:ext uri="{FF2B5EF4-FFF2-40B4-BE49-F238E27FC236}">
                <a16:creationId xmlns:a16="http://schemas.microsoft.com/office/drawing/2014/main" id="{BD345332-270B-A6C2-D249-7D5D0AB6D10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691977" y="564566"/>
            <a:ext cx="4863002" cy="743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200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500" b="0" i="1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 sz="3500" b="0" i="1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Click to add heading</a:t>
            </a:r>
            <a:endParaRPr dirty="0"/>
          </a:p>
        </p:txBody>
      </p:sp>
      <p:sp>
        <p:nvSpPr>
          <p:cNvPr id="7" name="Google Shape;22;p2">
            <a:extLst>
              <a:ext uri="{FF2B5EF4-FFF2-40B4-BE49-F238E27FC236}">
                <a16:creationId xmlns:a16="http://schemas.microsoft.com/office/drawing/2014/main" id="{CC209449-50D1-F449-B113-70F812BA0CDE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691978" y="1815736"/>
            <a:ext cx="4863002" cy="41400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Pct val="100000"/>
              <a:buFont typeface="Arial" panose="020B0604020202020204" pitchFamily="34" charset="0"/>
              <a:buNone/>
              <a:defRPr sz="1600" b="0" i="0" cap="none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defRPr>
            </a:lvl1pPr>
            <a:lvl2pPr marL="444500" lvl="1" indent="-173038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Pct val="100000"/>
              <a:buFont typeface="Arial" panose="020B0604020202020204" pitchFamily="34" charset="0"/>
              <a:buChar char="•"/>
              <a:defRPr sz="1600"/>
            </a:lvl2pPr>
            <a:lvl3pPr marL="534988" lvl="2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Pts val="1800"/>
              <a:buFont typeface="Arial" panose="020B0604020202020204" pitchFamily="34" charset="0"/>
              <a:buNone/>
              <a:defRPr b="0" spc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828800" lvl="3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600"/>
              <a:buNone/>
              <a:defRPr/>
            </a:lvl4pPr>
            <a:lvl5pPr marL="2286000" lvl="4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 lvl="0"/>
            <a:r>
              <a:rPr lang="en-GB" dirty="0"/>
              <a:t>Calibri, font size 16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93462997-0B52-CE8D-77F5-42BCADAC27C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89202" y="564566"/>
            <a:ext cx="5410820" cy="5362345"/>
          </a:xfrm>
          <a:prstGeom prst="roundRect">
            <a:avLst>
              <a:gd name="adj" fmla="val 7506"/>
            </a:avLst>
          </a:prstGeom>
        </p:spPr>
        <p:txBody>
          <a:bodyPr/>
          <a:lstStyle>
            <a:lvl1pPr>
              <a:defRPr b="0" i="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Slide Number Placeholder 1">
            <a:extLst>
              <a:ext uri="{FF2B5EF4-FFF2-40B4-BE49-F238E27FC236}">
                <a16:creationId xmlns:a16="http://schemas.microsoft.com/office/drawing/2014/main" id="{254D4816-9437-7AC4-AA6C-B9842D9C07C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466414" y="6446533"/>
            <a:ext cx="5381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4E1E910-ACDD-2A82-E30D-7B1DEA3568A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2" y="6384010"/>
            <a:ext cx="12192012" cy="473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96F9F2C-BC3E-53B4-5277-7C32ED34EC7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0147413" y="6492875"/>
            <a:ext cx="13190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 b="0" i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Confidential: </a:t>
            </a:r>
            <a:r>
              <a:rPr lang="en-US" sz="1050" b="0" i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nxzen</a:t>
            </a:r>
            <a:endParaRPr lang="en-US" sz="1050" b="0" i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Slide Number Placeholder 8">
            <a:extLst>
              <a:ext uri="{FF2B5EF4-FFF2-40B4-BE49-F238E27FC236}">
                <a16:creationId xmlns:a16="http://schemas.microsoft.com/office/drawing/2014/main" id="{F7548C63-6DAD-131F-546D-01BC7242D41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466414" y="6446533"/>
            <a:ext cx="5381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5" name="Picture 14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48ACA1A4-289E-CC60-D872-6BCEE4DB30F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5530" y="6319565"/>
            <a:ext cx="1599638" cy="619059"/>
          </a:xfrm>
          <a:prstGeom prst="rect">
            <a:avLst/>
          </a:prstGeom>
        </p:spPr>
      </p:pic>
      <p:sp>
        <p:nvSpPr>
          <p:cNvPr id="17" name="Google Shape;22;p2">
            <a:extLst>
              <a:ext uri="{FF2B5EF4-FFF2-40B4-BE49-F238E27FC236}">
                <a16:creationId xmlns:a16="http://schemas.microsoft.com/office/drawing/2014/main" id="{8460460B-174F-A7B5-1808-B22CD77134DB}"/>
              </a:ext>
            </a:extLst>
          </p:cNvPr>
          <p:cNvSpPr txBox="1">
            <a:spLocks noGrp="1"/>
          </p:cNvSpPr>
          <p:nvPr>
            <p:ph type="body" idx="14" hasCustomPrompt="1"/>
          </p:nvPr>
        </p:nvSpPr>
        <p:spPr>
          <a:xfrm>
            <a:off x="691977" y="1489843"/>
            <a:ext cx="4863002" cy="26144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0000" tIns="0" rIns="90000" bIns="0" anchor="ctr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400" b="1" i="0" cap="none" spc="300">
                <a:solidFill>
                  <a:schemeClr val="tx1"/>
                </a:solidFill>
                <a:latin typeface="Arial Rounded MT Bold" panose="020F0704030504030204" pitchFamily="34" charset="77"/>
                <a:ea typeface="Arial Rounded MT Bold" panose="020F0704030504030204" pitchFamily="34" charset="77"/>
                <a:cs typeface="Calibri" panose="020F0502020204030204" pitchFamily="34" charset="0"/>
                <a:sym typeface="Arial"/>
              </a:defRPr>
            </a:lvl1pPr>
            <a:lvl2pPr marL="914400" lvl="1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2000"/>
              <a:buNone/>
              <a:defRPr/>
            </a:lvl2pPr>
            <a:lvl3pPr marL="1371600" lvl="2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800"/>
              <a:buNone/>
              <a:defRPr/>
            </a:lvl3pPr>
            <a:lvl4pPr marL="1828800" lvl="3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600"/>
              <a:buNone/>
              <a:defRPr/>
            </a:lvl4pPr>
            <a:lvl5pPr marL="2286000" lvl="4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r>
              <a:rPr lang="en-GB" b="0" dirty="0"/>
              <a:t>SUBTITLE, ALL CAPS, SIZE 14</a:t>
            </a:r>
          </a:p>
        </p:txBody>
      </p:sp>
    </p:spTree>
    <p:extLst>
      <p:ext uri="{BB962C8B-B14F-4D97-AF65-F5344CB8AC3E}">
        <p14:creationId xmlns:p14="http://schemas.microsoft.com/office/powerpoint/2010/main" val="2265151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4_Custom Layout" preserve="1" userDrawn="1">
  <p:cSld name="half text/image opt 1 - pearl">
    <p:bg>
      <p:bgPr>
        <a:solidFill>
          <a:schemeClr val="tx2"/>
        </a:solid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4A27106-4315-59E6-D8E3-CCB63CEA1BD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Google Shape;21;p2">
            <a:extLst>
              <a:ext uri="{FF2B5EF4-FFF2-40B4-BE49-F238E27FC236}">
                <a16:creationId xmlns:a16="http://schemas.microsoft.com/office/drawing/2014/main" id="{3A3692F7-7FDC-BFE2-7249-FFE8F8FF2E86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691977" y="564566"/>
            <a:ext cx="4863002" cy="743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200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500" b="0" i="1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 sz="3500" b="0" i="1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Click to add heading</a:t>
            </a:r>
            <a:endParaRPr dirty="0"/>
          </a:p>
        </p:txBody>
      </p:sp>
      <p:sp>
        <p:nvSpPr>
          <p:cNvPr id="9" name="Google Shape;22;p2">
            <a:extLst>
              <a:ext uri="{FF2B5EF4-FFF2-40B4-BE49-F238E27FC236}">
                <a16:creationId xmlns:a16="http://schemas.microsoft.com/office/drawing/2014/main" id="{6E37217C-894A-98FD-9479-1E7CD1AD4284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691978" y="1489843"/>
            <a:ext cx="4863002" cy="4465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Pct val="100000"/>
              <a:buFont typeface="Arial" panose="020B0604020202020204" pitchFamily="34" charset="0"/>
              <a:buNone/>
              <a:defRPr sz="1600" b="0" i="0" cap="none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defRPr>
            </a:lvl1pPr>
            <a:lvl2pPr marL="444500" lvl="1" indent="-173038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Pct val="100000"/>
              <a:buFont typeface="Arial" panose="020B0604020202020204" pitchFamily="34" charset="0"/>
              <a:buChar char="•"/>
              <a:defRPr sz="1600"/>
            </a:lvl2pPr>
            <a:lvl3pPr marL="534988" lvl="2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Pts val="1800"/>
              <a:buFont typeface="Arial" panose="020B0604020202020204" pitchFamily="34" charset="0"/>
              <a:buNone/>
              <a:defRPr b="0" spc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828800" lvl="3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600"/>
              <a:buNone/>
              <a:defRPr/>
            </a:lvl4pPr>
            <a:lvl5pPr marL="2286000" lvl="4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 lvl="0"/>
            <a:r>
              <a:rPr lang="en-GB" dirty="0"/>
              <a:t>Calibri, font size 16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F80FB454-4B05-9A76-72C7-A6888990475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89202" y="564566"/>
            <a:ext cx="5410820" cy="5362345"/>
          </a:xfrm>
          <a:prstGeom prst="roundRect">
            <a:avLst>
              <a:gd name="adj" fmla="val 7506"/>
            </a:avLst>
          </a:prstGeom>
        </p:spPr>
        <p:txBody>
          <a:bodyPr/>
          <a:lstStyle>
            <a:lvl1pPr>
              <a:defRPr b="0" i="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FEF9F537-ACD0-0B6C-C57C-F97B2AF2FE3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466414" y="6446533"/>
            <a:ext cx="5381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2CB07FF3-3D6C-BEF6-C39F-4BA8BC7E230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466414" y="6446533"/>
            <a:ext cx="5381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B9C520F-20EE-A0A0-82FA-8D5D54CEBA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2" y="6384010"/>
            <a:ext cx="12192012" cy="473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4AB320-AB6B-F638-2506-4E3570E174B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0147413" y="6492875"/>
            <a:ext cx="13190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 b="0" i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Confidential: </a:t>
            </a:r>
            <a:r>
              <a:rPr lang="en-US" sz="1050" b="0" i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nxzen</a:t>
            </a:r>
            <a:endParaRPr lang="en-US" sz="1050" b="0" i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Slide Number Placeholder 8">
            <a:extLst>
              <a:ext uri="{FF2B5EF4-FFF2-40B4-BE49-F238E27FC236}">
                <a16:creationId xmlns:a16="http://schemas.microsoft.com/office/drawing/2014/main" id="{FBC817A8-679B-B37F-FB84-1166D311E34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466414" y="6446533"/>
            <a:ext cx="5381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6" name="Picture 15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8C5AC285-3A71-09D6-764A-A03F781D70A4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5530" y="6319565"/>
            <a:ext cx="1599638" cy="619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673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4_Custom Layout" preserve="1" userDrawn="1">
  <p:cSld name="half text/image (+sub) opt 2 - pearl">
    <p:bg>
      <p:bgPr>
        <a:solidFill>
          <a:schemeClr val="tx2"/>
        </a:solid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345EDBE5-D3B6-C005-3CCF-A6931435583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5180" y="560174"/>
            <a:ext cx="5410820" cy="5362345"/>
          </a:xfrm>
          <a:prstGeom prst="roundRect">
            <a:avLst>
              <a:gd name="adj" fmla="val 7506"/>
            </a:avLst>
          </a:prstGeom>
        </p:spPr>
        <p:txBody>
          <a:bodyPr/>
          <a:lstStyle>
            <a:lvl1pPr>
              <a:defRPr b="0" i="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Google Shape;22;p2">
            <a:extLst>
              <a:ext uri="{FF2B5EF4-FFF2-40B4-BE49-F238E27FC236}">
                <a16:creationId xmlns:a16="http://schemas.microsoft.com/office/drawing/2014/main" id="{F0D31B19-317C-32E6-045E-E50D14CF5862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6647934" y="1814508"/>
            <a:ext cx="4858885" cy="41400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Pct val="100000"/>
              <a:buFont typeface="Arial" panose="020B0604020202020204" pitchFamily="34" charset="0"/>
              <a:buNone/>
              <a:defRPr sz="1600" b="0" i="0" cap="none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defRPr>
            </a:lvl1pPr>
            <a:lvl2pPr marL="444500" lvl="1" indent="-173038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Pct val="100000"/>
              <a:buFont typeface="Arial" panose="020B0604020202020204" pitchFamily="34" charset="0"/>
              <a:buChar char="•"/>
              <a:defRPr sz="1600"/>
            </a:lvl2pPr>
            <a:lvl3pPr marL="534988" lvl="2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Pts val="1800"/>
              <a:buFont typeface="Arial" panose="020B0604020202020204" pitchFamily="34" charset="0"/>
              <a:buNone/>
              <a:defRPr b="0" spc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828800" lvl="3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600"/>
              <a:buNone/>
              <a:defRPr/>
            </a:lvl4pPr>
            <a:lvl5pPr marL="2286000" lvl="4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 lvl="0"/>
            <a:r>
              <a:rPr lang="en-GB" dirty="0"/>
              <a:t>Calibri, font size 16</a:t>
            </a:r>
          </a:p>
        </p:txBody>
      </p:sp>
      <p:sp>
        <p:nvSpPr>
          <p:cNvPr id="9" name="Google Shape;21;p2">
            <a:extLst>
              <a:ext uri="{FF2B5EF4-FFF2-40B4-BE49-F238E27FC236}">
                <a16:creationId xmlns:a16="http://schemas.microsoft.com/office/drawing/2014/main" id="{32252E36-15E0-F65D-46A9-DF46927E7E9D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6647933" y="560174"/>
            <a:ext cx="4858885" cy="743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200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500" b="0" i="1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 sz="3500" b="0" i="1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Click to add heading</a:t>
            </a:r>
            <a:endParaRPr dirty="0"/>
          </a:p>
        </p:txBody>
      </p: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0236247A-1BF0-4260-07ED-A565D19AD32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6"/>
          </p:nvPr>
        </p:nvSpPr>
        <p:spPr>
          <a:xfrm>
            <a:off x="11466414" y="6446533"/>
            <a:ext cx="538121" cy="365125"/>
          </a:xfrm>
        </p:spPr>
        <p:txBody>
          <a:bodyPr/>
          <a:lstStyle/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Slide Number Placeholder 1">
            <a:extLst>
              <a:ext uri="{FF2B5EF4-FFF2-40B4-BE49-F238E27FC236}">
                <a16:creationId xmlns:a16="http://schemas.microsoft.com/office/drawing/2014/main" id="{8A2E636D-BFBF-3686-A62C-DD84C0F05B2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466414" y="6446533"/>
            <a:ext cx="5381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F2EFDBB-E34E-1B9E-3B23-5488EE6768D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2" y="6384010"/>
            <a:ext cx="12192012" cy="473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2A7BF90-7506-D661-D63B-D7EED34259C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0147413" y="6492875"/>
            <a:ext cx="13190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 b="0" i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Confidential: </a:t>
            </a:r>
            <a:r>
              <a:rPr lang="en-US" sz="1050" b="0" i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nxzen</a:t>
            </a:r>
            <a:endParaRPr lang="en-US" sz="1050" b="0" i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Slide Number Placeholder 8">
            <a:extLst>
              <a:ext uri="{FF2B5EF4-FFF2-40B4-BE49-F238E27FC236}">
                <a16:creationId xmlns:a16="http://schemas.microsoft.com/office/drawing/2014/main" id="{24358D3D-B604-D07C-7AFE-56A1AB2A826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466414" y="6446533"/>
            <a:ext cx="5381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0" name="Picture 19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67BA2C9E-2106-2F44-9EE3-E7C7AB1437A9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5530" y="6319565"/>
            <a:ext cx="1599638" cy="619059"/>
          </a:xfrm>
          <a:prstGeom prst="rect">
            <a:avLst/>
          </a:prstGeom>
        </p:spPr>
      </p:pic>
      <p:sp>
        <p:nvSpPr>
          <p:cNvPr id="22" name="Google Shape;22;p2">
            <a:extLst>
              <a:ext uri="{FF2B5EF4-FFF2-40B4-BE49-F238E27FC236}">
                <a16:creationId xmlns:a16="http://schemas.microsoft.com/office/drawing/2014/main" id="{1A8C7E31-0801-3FE5-4E91-89D42A62E789}"/>
              </a:ext>
            </a:extLst>
          </p:cNvPr>
          <p:cNvSpPr txBox="1">
            <a:spLocks noGrp="1"/>
          </p:cNvSpPr>
          <p:nvPr>
            <p:ph type="body" idx="14" hasCustomPrompt="1"/>
          </p:nvPr>
        </p:nvSpPr>
        <p:spPr>
          <a:xfrm>
            <a:off x="6647932" y="1489843"/>
            <a:ext cx="4858885" cy="26144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0000" tIns="0" rIns="90000" bIns="0" anchor="ctr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400" b="1" i="0" cap="none" spc="300">
                <a:solidFill>
                  <a:schemeClr val="tx1"/>
                </a:solidFill>
                <a:latin typeface="Arial Rounded MT Bold" panose="020F0704030504030204" pitchFamily="34" charset="77"/>
                <a:ea typeface="Arial Rounded MT Bold" panose="020F0704030504030204" pitchFamily="34" charset="77"/>
                <a:cs typeface="Calibri" panose="020F0502020204030204" pitchFamily="34" charset="0"/>
                <a:sym typeface="Arial"/>
              </a:defRPr>
            </a:lvl1pPr>
            <a:lvl2pPr marL="914400" lvl="1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2000"/>
              <a:buNone/>
              <a:defRPr/>
            </a:lvl2pPr>
            <a:lvl3pPr marL="1371600" lvl="2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800"/>
              <a:buNone/>
              <a:defRPr/>
            </a:lvl3pPr>
            <a:lvl4pPr marL="1828800" lvl="3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600"/>
              <a:buNone/>
              <a:defRPr/>
            </a:lvl4pPr>
            <a:lvl5pPr marL="2286000" lvl="4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r>
              <a:rPr lang="en-GB" b="0" dirty="0"/>
              <a:t>SUBTITLE, ALL CAPS, SIZE 14</a:t>
            </a:r>
          </a:p>
        </p:txBody>
      </p:sp>
    </p:spTree>
    <p:extLst>
      <p:ext uri="{BB962C8B-B14F-4D97-AF65-F5344CB8AC3E}">
        <p14:creationId xmlns:p14="http://schemas.microsoft.com/office/powerpoint/2010/main" val="113344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4_Custom Layout" preserve="1" userDrawn="1">
  <p:cSld name="half text/image opt 2 - pearl">
    <p:bg>
      <p:bgPr>
        <a:solidFill>
          <a:schemeClr val="tx2"/>
        </a:solid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CB996F-B786-F69F-5BC1-6E903FC5600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6"/>
          </p:nvPr>
        </p:nvSpPr>
        <p:spPr/>
        <p:txBody>
          <a:bodyPr/>
          <a:lstStyle/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Google Shape;22;p2">
            <a:extLst>
              <a:ext uri="{FF2B5EF4-FFF2-40B4-BE49-F238E27FC236}">
                <a16:creationId xmlns:a16="http://schemas.microsoft.com/office/drawing/2014/main" id="{E1813D78-424A-C015-ACF6-7197FE24BCE2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6643818" y="1488615"/>
            <a:ext cx="4863002" cy="4465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Pct val="100000"/>
              <a:buFont typeface="Arial" panose="020B0604020202020204" pitchFamily="34" charset="0"/>
              <a:buNone/>
              <a:defRPr sz="1600" b="0" i="0" cap="none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defRPr>
            </a:lvl1pPr>
            <a:lvl2pPr marL="444500" lvl="1" indent="-173038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Pct val="100000"/>
              <a:buFont typeface="Arial" panose="020B0604020202020204" pitchFamily="34" charset="0"/>
              <a:buChar char="•"/>
              <a:defRPr sz="1600"/>
            </a:lvl2pPr>
            <a:lvl3pPr marL="534988" lvl="2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Pts val="1800"/>
              <a:buFont typeface="Arial" panose="020B0604020202020204" pitchFamily="34" charset="0"/>
              <a:buNone/>
              <a:defRPr b="0" spc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828800" lvl="3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600"/>
              <a:buNone/>
              <a:defRPr/>
            </a:lvl4pPr>
            <a:lvl5pPr marL="2286000" lvl="4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 lvl="0"/>
            <a:r>
              <a:rPr lang="en-GB" dirty="0"/>
              <a:t>Calibri, font size 16</a:t>
            </a:r>
          </a:p>
        </p:txBody>
      </p:sp>
      <p:sp>
        <p:nvSpPr>
          <p:cNvPr id="7" name="Google Shape;21;p2">
            <a:extLst>
              <a:ext uri="{FF2B5EF4-FFF2-40B4-BE49-F238E27FC236}">
                <a16:creationId xmlns:a16="http://schemas.microsoft.com/office/drawing/2014/main" id="{21B3C71E-A8EF-1394-8643-8DF5EA128EC9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6643817" y="560174"/>
            <a:ext cx="4863002" cy="743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200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500" b="0" i="1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 sz="3500" b="0" i="1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Click to add heading</a:t>
            </a:r>
            <a:endParaRPr dirty="0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8ACF822C-85EF-7815-AD14-C24BF6F98C8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5180" y="560174"/>
            <a:ext cx="5410820" cy="5362345"/>
          </a:xfrm>
          <a:prstGeom prst="roundRect">
            <a:avLst>
              <a:gd name="adj" fmla="val 7506"/>
            </a:avLst>
          </a:prstGeom>
        </p:spPr>
        <p:txBody>
          <a:bodyPr/>
          <a:lstStyle>
            <a:lvl1pPr>
              <a:defRPr b="0" i="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55D681CE-10E1-2009-A917-73722D7DB84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466414" y="6446533"/>
            <a:ext cx="5381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FB4A6F4-09F6-0E4A-DA87-52B73D3D43A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2" y="6384010"/>
            <a:ext cx="12192012" cy="473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D6F0CF8-E627-288E-2F8F-E332BFE897A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0147413" y="6492875"/>
            <a:ext cx="13190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 b="0" i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Confidential: </a:t>
            </a:r>
            <a:r>
              <a:rPr lang="en-US" sz="1050" b="0" i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nxzen</a:t>
            </a:r>
            <a:endParaRPr lang="en-US" sz="1050" b="0" i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Slide Number Placeholder 8">
            <a:extLst>
              <a:ext uri="{FF2B5EF4-FFF2-40B4-BE49-F238E27FC236}">
                <a16:creationId xmlns:a16="http://schemas.microsoft.com/office/drawing/2014/main" id="{985AA54C-5FBD-0350-3DDD-B1AB2B41B2E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466414" y="6446533"/>
            <a:ext cx="5381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Picture 12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52F57DAA-805B-180F-40D8-308E8BD5334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5530" y="6319565"/>
            <a:ext cx="1599638" cy="619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1779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4_Custom Layout" preserve="1" userDrawn="1">
  <p:cSld name="2/3 text/image (+sub) opt 1 - pearl">
    <p:bg>
      <p:bgPr>
        <a:solidFill>
          <a:schemeClr val="tx2"/>
        </a:solid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674F71-210F-72AC-C235-FC5364E2C74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20223" y="564566"/>
            <a:ext cx="3479800" cy="5391173"/>
          </a:xfrm>
          <a:prstGeom prst="roundRect">
            <a:avLst>
              <a:gd name="adj" fmla="val 7506"/>
            </a:avLst>
          </a:prstGeom>
        </p:spPr>
        <p:txBody>
          <a:bodyPr/>
          <a:lstStyle>
            <a:lvl1pPr>
              <a:defRPr b="0" i="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4D34437-643E-D10B-F7CB-E42E4A5179D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5"/>
          </p:nvPr>
        </p:nvSpPr>
        <p:spPr/>
        <p:txBody>
          <a:bodyPr/>
          <a:lstStyle/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B594BC9-8F97-B4C3-9008-E76B6E0CBFF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2" y="6384010"/>
            <a:ext cx="12192012" cy="473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C5702A-B055-4DE6-52E7-AC1F41E7707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0147413" y="6492875"/>
            <a:ext cx="13190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 b="0" i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Confidential: </a:t>
            </a:r>
            <a:r>
              <a:rPr lang="en-US" sz="1050" b="0" i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nxzen</a:t>
            </a:r>
            <a:endParaRPr lang="en-US" sz="1050" b="0" i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Slide Number Placeholder 8">
            <a:extLst>
              <a:ext uri="{FF2B5EF4-FFF2-40B4-BE49-F238E27FC236}">
                <a16:creationId xmlns:a16="http://schemas.microsoft.com/office/drawing/2014/main" id="{19BE27A8-5E7F-E110-7E3B-5E6D6FA0957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466414" y="6446533"/>
            <a:ext cx="5381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Picture 9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D53DD630-87B8-E170-6B49-3F1D8A84145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5530" y="6319565"/>
            <a:ext cx="1599638" cy="619059"/>
          </a:xfrm>
          <a:prstGeom prst="rect">
            <a:avLst/>
          </a:prstGeom>
        </p:spPr>
      </p:pic>
      <p:sp>
        <p:nvSpPr>
          <p:cNvPr id="14" name="Google Shape;21;p2">
            <a:extLst>
              <a:ext uri="{FF2B5EF4-FFF2-40B4-BE49-F238E27FC236}">
                <a16:creationId xmlns:a16="http://schemas.microsoft.com/office/drawing/2014/main" id="{4A9C1788-7F7C-73EB-2ADF-8CE50039ECF8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691976" y="564566"/>
            <a:ext cx="6763265" cy="743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200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500" b="0" i="1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 sz="3500" b="0" i="1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Click to add heading</a:t>
            </a:r>
            <a:endParaRPr dirty="0"/>
          </a:p>
        </p:txBody>
      </p:sp>
      <p:sp>
        <p:nvSpPr>
          <p:cNvPr id="15" name="Google Shape;22;p2">
            <a:extLst>
              <a:ext uri="{FF2B5EF4-FFF2-40B4-BE49-F238E27FC236}">
                <a16:creationId xmlns:a16="http://schemas.microsoft.com/office/drawing/2014/main" id="{A0958510-2B24-8664-84CB-5B38B5002F27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691977" y="1815736"/>
            <a:ext cx="6763265" cy="41400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Pct val="100000"/>
              <a:buFont typeface="Arial" panose="020B0604020202020204" pitchFamily="34" charset="0"/>
              <a:buNone/>
              <a:defRPr sz="1600" b="0" i="0" cap="none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defRPr>
            </a:lvl1pPr>
            <a:lvl2pPr marL="444500" lvl="1" indent="-173038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Pct val="100000"/>
              <a:buFont typeface="Arial" panose="020B0604020202020204" pitchFamily="34" charset="0"/>
              <a:buChar char="•"/>
              <a:defRPr sz="1600"/>
            </a:lvl2pPr>
            <a:lvl3pPr marL="534988" lvl="2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Pts val="1800"/>
              <a:buFont typeface="Arial" panose="020B0604020202020204" pitchFamily="34" charset="0"/>
              <a:buNone/>
              <a:defRPr b="0" spc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828800" lvl="3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600"/>
              <a:buNone/>
              <a:defRPr/>
            </a:lvl4pPr>
            <a:lvl5pPr marL="2286000" lvl="4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 lvl="0"/>
            <a:r>
              <a:rPr lang="en-GB" dirty="0"/>
              <a:t>Calibri, font size 16</a:t>
            </a:r>
          </a:p>
        </p:txBody>
      </p:sp>
      <p:sp>
        <p:nvSpPr>
          <p:cNvPr id="18" name="Google Shape;22;p2">
            <a:extLst>
              <a:ext uri="{FF2B5EF4-FFF2-40B4-BE49-F238E27FC236}">
                <a16:creationId xmlns:a16="http://schemas.microsoft.com/office/drawing/2014/main" id="{4C33E72E-BAF7-4AED-D9F8-CC0859AF8EED}"/>
              </a:ext>
            </a:extLst>
          </p:cNvPr>
          <p:cNvSpPr txBox="1">
            <a:spLocks noGrp="1"/>
          </p:cNvSpPr>
          <p:nvPr>
            <p:ph type="body" idx="14" hasCustomPrompt="1"/>
          </p:nvPr>
        </p:nvSpPr>
        <p:spPr>
          <a:xfrm>
            <a:off x="691977" y="1489843"/>
            <a:ext cx="6763264" cy="26144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0000" tIns="0" rIns="90000" bIns="0" anchor="ctr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400" b="1" i="0" cap="none" spc="300">
                <a:solidFill>
                  <a:schemeClr val="tx1"/>
                </a:solidFill>
                <a:latin typeface="Arial Rounded MT Bold" panose="020F0704030504030204" pitchFamily="34" charset="77"/>
                <a:ea typeface="Arial Rounded MT Bold" panose="020F0704030504030204" pitchFamily="34" charset="77"/>
                <a:cs typeface="Calibri" panose="020F0502020204030204" pitchFamily="34" charset="0"/>
                <a:sym typeface="Arial"/>
              </a:defRPr>
            </a:lvl1pPr>
            <a:lvl2pPr marL="914400" lvl="1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2000"/>
              <a:buNone/>
              <a:defRPr/>
            </a:lvl2pPr>
            <a:lvl3pPr marL="1371600" lvl="2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800"/>
              <a:buNone/>
              <a:defRPr/>
            </a:lvl3pPr>
            <a:lvl4pPr marL="1828800" lvl="3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600"/>
              <a:buNone/>
              <a:defRPr/>
            </a:lvl4pPr>
            <a:lvl5pPr marL="2286000" lvl="4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r>
              <a:rPr lang="en-GB" b="0" dirty="0"/>
              <a:t>SUBTITLE, ALL CAPS, SIZE 14</a:t>
            </a:r>
          </a:p>
        </p:txBody>
      </p:sp>
    </p:spTree>
    <p:extLst>
      <p:ext uri="{BB962C8B-B14F-4D97-AF65-F5344CB8AC3E}">
        <p14:creationId xmlns:p14="http://schemas.microsoft.com/office/powerpoint/2010/main" val="3991584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4_Custom Layout" preserve="1" userDrawn="1">
  <p:cSld name="2/3 text/image opt 1 - pearl">
    <p:bg>
      <p:bgPr>
        <a:solidFill>
          <a:schemeClr val="tx2"/>
        </a:solid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9EEFA49-9820-94E9-C4CD-26D623DB86C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4"/>
          </p:nvPr>
        </p:nvSpPr>
        <p:spPr/>
        <p:txBody>
          <a:bodyPr/>
          <a:lstStyle/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216E6F1-69EB-37DE-9564-6B1506C3991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2" y="6384010"/>
            <a:ext cx="12192012" cy="473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92E070-5B49-4F08-6640-758EAC82091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0147413" y="6492875"/>
            <a:ext cx="13190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 b="0" i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Confidential: </a:t>
            </a:r>
            <a:r>
              <a:rPr lang="en-US" sz="1050" b="0" i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nxzen</a:t>
            </a:r>
            <a:endParaRPr lang="en-US" sz="1050" b="0" i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Slide Number Placeholder 8">
            <a:extLst>
              <a:ext uri="{FF2B5EF4-FFF2-40B4-BE49-F238E27FC236}">
                <a16:creationId xmlns:a16="http://schemas.microsoft.com/office/drawing/2014/main" id="{0F6B3C54-1D00-02FD-3959-DCC8B999300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466414" y="6446533"/>
            <a:ext cx="5381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Picture 8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B27556FB-F406-409A-6698-648A1FFB4BF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5530" y="6319565"/>
            <a:ext cx="1599638" cy="619059"/>
          </a:xfrm>
          <a:prstGeom prst="rect">
            <a:avLst/>
          </a:prstGeom>
        </p:spPr>
      </p:pic>
      <p:sp>
        <p:nvSpPr>
          <p:cNvPr id="12" name="Google Shape;21;p2">
            <a:extLst>
              <a:ext uri="{FF2B5EF4-FFF2-40B4-BE49-F238E27FC236}">
                <a16:creationId xmlns:a16="http://schemas.microsoft.com/office/drawing/2014/main" id="{7C2EA373-9A34-CE93-DB97-CCA062CCCC2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691976" y="564566"/>
            <a:ext cx="6771503" cy="743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200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500" b="0" i="1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 sz="3500" b="0" i="1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Click to add heading</a:t>
            </a:r>
            <a:endParaRPr dirty="0"/>
          </a:p>
        </p:txBody>
      </p:sp>
      <p:sp>
        <p:nvSpPr>
          <p:cNvPr id="13" name="Google Shape;22;p2">
            <a:extLst>
              <a:ext uri="{FF2B5EF4-FFF2-40B4-BE49-F238E27FC236}">
                <a16:creationId xmlns:a16="http://schemas.microsoft.com/office/drawing/2014/main" id="{74596EB2-717C-3F9E-E9D3-C9F313297085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691977" y="1489843"/>
            <a:ext cx="6771503" cy="4465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Pct val="100000"/>
              <a:buFont typeface="Arial" panose="020B0604020202020204" pitchFamily="34" charset="0"/>
              <a:buNone/>
              <a:defRPr sz="1600" b="0" i="0" cap="none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defRPr>
            </a:lvl1pPr>
            <a:lvl2pPr marL="444500" lvl="1" indent="-173038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Pct val="100000"/>
              <a:buFont typeface="Arial" panose="020B0604020202020204" pitchFamily="34" charset="0"/>
              <a:buChar char="•"/>
              <a:defRPr sz="1600"/>
            </a:lvl2pPr>
            <a:lvl3pPr marL="534988" lvl="2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Pts val="1800"/>
              <a:buFont typeface="Arial" panose="020B0604020202020204" pitchFamily="34" charset="0"/>
              <a:buNone/>
              <a:defRPr b="0" spc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828800" lvl="3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600"/>
              <a:buNone/>
              <a:defRPr/>
            </a:lvl4pPr>
            <a:lvl5pPr marL="2286000" lvl="4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 lvl="0"/>
            <a:r>
              <a:rPr lang="en-GB" dirty="0"/>
              <a:t>Calibri, font size 16</a:t>
            </a: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0915E9DF-544A-BAE6-675A-161C93232C7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20223" y="564566"/>
            <a:ext cx="3479800" cy="5391173"/>
          </a:xfrm>
          <a:prstGeom prst="roundRect">
            <a:avLst>
              <a:gd name="adj" fmla="val 7506"/>
            </a:avLst>
          </a:prstGeom>
        </p:spPr>
        <p:txBody>
          <a:bodyPr/>
          <a:lstStyle>
            <a:lvl1pPr>
              <a:defRPr b="0" i="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63649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4_Custom Layout" preserve="1" userDrawn="1">
  <p:cSld name="2/3 text/image (+sub) opt 2 - pearl">
    <p:bg>
      <p:bgPr>
        <a:solidFill>
          <a:schemeClr val="tx2"/>
        </a:solid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9166918-12D6-A90B-85FF-1A2B942179E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5"/>
          </p:nvPr>
        </p:nvSpPr>
        <p:spPr/>
        <p:txBody>
          <a:bodyPr/>
          <a:lstStyle/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Google Shape;22;p2">
            <a:extLst>
              <a:ext uri="{FF2B5EF4-FFF2-40B4-BE49-F238E27FC236}">
                <a16:creationId xmlns:a16="http://schemas.microsoft.com/office/drawing/2014/main" id="{CB9E755D-9508-5761-A408-9882E781CF09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4753232" y="1814508"/>
            <a:ext cx="6753588" cy="41400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Pct val="100000"/>
              <a:buFont typeface="Arial" panose="020B0604020202020204" pitchFamily="34" charset="0"/>
              <a:buNone/>
              <a:defRPr sz="1600" b="0" i="0" cap="none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defRPr>
            </a:lvl1pPr>
            <a:lvl2pPr marL="444500" lvl="1" indent="-173038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Pct val="100000"/>
              <a:buFont typeface="Arial" panose="020B0604020202020204" pitchFamily="34" charset="0"/>
              <a:buChar char="•"/>
              <a:defRPr sz="1600"/>
            </a:lvl2pPr>
            <a:lvl3pPr marL="534988" lvl="2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Pts val="1800"/>
              <a:buFont typeface="Arial" panose="020B0604020202020204" pitchFamily="34" charset="0"/>
              <a:buNone/>
              <a:defRPr b="0" spc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828800" lvl="3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600"/>
              <a:buNone/>
              <a:defRPr/>
            </a:lvl4pPr>
            <a:lvl5pPr marL="2286000" lvl="4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 lvl="0"/>
            <a:r>
              <a:rPr lang="en-GB" dirty="0"/>
              <a:t>Calibri, font size 16</a:t>
            </a:r>
          </a:p>
        </p:txBody>
      </p:sp>
      <p:sp>
        <p:nvSpPr>
          <p:cNvPr id="8" name="Google Shape;21;p2">
            <a:extLst>
              <a:ext uri="{FF2B5EF4-FFF2-40B4-BE49-F238E27FC236}">
                <a16:creationId xmlns:a16="http://schemas.microsoft.com/office/drawing/2014/main" id="{049E6D31-4008-DD60-0EB4-C22955080AD7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4753231" y="560174"/>
            <a:ext cx="6753588" cy="743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200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500" b="0" i="1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 sz="3500" b="0" i="1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Click to add heading</a:t>
            </a:r>
            <a:endParaRPr dirty="0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9BF96044-5014-9E6B-2659-51B3D3027DD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5180" y="560174"/>
            <a:ext cx="3479800" cy="5391173"/>
          </a:xfrm>
          <a:prstGeom prst="roundRect">
            <a:avLst>
              <a:gd name="adj" fmla="val 7506"/>
            </a:avLst>
          </a:prstGeom>
        </p:spPr>
        <p:txBody>
          <a:bodyPr/>
          <a:lstStyle>
            <a:lvl1pPr>
              <a:defRPr b="0" i="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Slide Number Placeholder 1">
            <a:extLst>
              <a:ext uri="{FF2B5EF4-FFF2-40B4-BE49-F238E27FC236}">
                <a16:creationId xmlns:a16="http://schemas.microsoft.com/office/drawing/2014/main" id="{BD4C46A4-BE44-3AD3-8D76-481D38AA73B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466414" y="6446533"/>
            <a:ext cx="5381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820664D-439B-6DC4-DDBC-FC5EAC3A402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2" y="6384010"/>
            <a:ext cx="12192012" cy="473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9FD8EEF-14D3-55E4-AAD8-CFDE05D4D8B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0147413" y="6492875"/>
            <a:ext cx="13190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 b="0" i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Confidential: </a:t>
            </a:r>
            <a:r>
              <a:rPr lang="en-US" sz="1050" b="0" i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nxzen</a:t>
            </a:r>
            <a:endParaRPr lang="en-US" sz="1050" b="0" i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Slide Number Placeholder 8">
            <a:extLst>
              <a:ext uri="{FF2B5EF4-FFF2-40B4-BE49-F238E27FC236}">
                <a16:creationId xmlns:a16="http://schemas.microsoft.com/office/drawing/2014/main" id="{3415036B-4B72-8949-ED2F-572C7C4C8F6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466414" y="6446533"/>
            <a:ext cx="5381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5" name="Picture 14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88CDEE70-499A-9E17-F470-43AB120B5EF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5530" y="6319565"/>
            <a:ext cx="1599638" cy="619059"/>
          </a:xfrm>
          <a:prstGeom prst="rect">
            <a:avLst/>
          </a:prstGeom>
        </p:spPr>
      </p:pic>
      <p:sp>
        <p:nvSpPr>
          <p:cNvPr id="17" name="Google Shape;22;p2">
            <a:extLst>
              <a:ext uri="{FF2B5EF4-FFF2-40B4-BE49-F238E27FC236}">
                <a16:creationId xmlns:a16="http://schemas.microsoft.com/office/drawing/2014/main" id="{5EB4B56D-6E32-F8A4-EFF6-B2EEF4F54410}"/>
              </a:ext>
            </a:extLst>
          </p:cNvPr>
          <p:cNvSpPr txBox="1">
            <a:spLocks noGrp="1"/>
          </p:cNvSpPr>
          <p:nvPr>
            <p:ph type="body" idx="14" hasCustomPrompt="1"/>
          </p:nvPr>
        </p:nvSpPr>
        <p:spPr>
          <a:xfrm>
            <a:off x="4753230" y="1489843"/>
            <a:ext cx="6753587" cy="26144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0000" tIns="0" rIns="90000" bIns="0" anchor="ctr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400" b="1" i="0" cap="none" spc="300">
                <a:solidFill>
                  <a:schemeClr val="tx1"/>
                </a:solidFill>
                <a:latin typeface="Arial Rounded MT Bold" panose="020F0704030504030204" pitchFamily="34" charset="77"/>
                <a:ea typeface="Arial Rounded MT Bold" panose="020F0704030504030204" pitchFamily="34" charset="77"/>
                <a:cs typeface="Calibri" panose="020F0502020204030204" pitchFamily="34" charset="0"/>
                <a:sym typeface="Arial"/>
              </a:defRPr>
            </a:lvl1pPr>
            <a:lvl2pPr marL="914400" lvl="1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2000"/>
              <a:buNone/>
              <a:defRPr/>
            </a:lvl2pPr>
            <a:lvl3pPr marL="1371600" lvl="2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800"/>
              <a:buNone/>
              <a:defRPr/>
            </a:lvl3pPr>
            <a:lvl4pPr marL="1828800" lvl="3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600"/>
              <a:buNone/>
              <a:defRPr/>
            </a:lvl4pPr>
            <a:lvl5pPr marL="2286000" lvl="4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r>
              <a:rPr lang="en-GB" b="0" dirty="0"/>
              <a:t>SUBTITLE, ALL CAPS, SIZE 14</a:t>
            </a:r>
          </a:p>
        </p:txBody>
      </p:sp>
    </p:spTree>
    <p:extLst>
      <p:ext uri="{BB962C8B-B14F-4D97-AF65-F5344CB8AC3E}">
        <p14:creationId xmlns:p14="http://schemas.microsoft.com/office/powerpoint/2010/main" val="35088050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4_Custom Layout" preserve="1" userDrawn="1">
  <p:cSld name="2/3 text/image opt 2 - pearl">
    <p:bg>
      <p:bgPr>
        <a:solidFill>
          <a:schemeClr val="tx2"/>
        </a:solid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DF8C39F-646B-8F11-753A-45B2A072AF8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4"/>
          </p:nvPr>
        </p:nvSpPr>
        <p:spPr/>
        <p:txBody>
          <a:bodyPr/>
          <a:lstStyle/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Google Shape;22;p2">
            <a:extLst>
              <a:ext uri="{FF2B5EF4-FFF2-40B4-BE49-F238E27FC236}">
                <a16:creationId xmlns:a16="http://schemas.microsoft.com/office/drawing/2014/main" id="{BEC0D47B-D033-C6DF-3558-B5A033894933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4753232" y="1488615"/>
            <a:ext cx="6753588" cy="4465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Pct val="100000"/>
              <a:buFont typeface="Arial" panose="020B0604020202020204" pitchFamily="34" charset="0"/>
              <a:buNone/>
              <a:defRPr sz="1600" b="0" i="0" cap="none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defRPr>
            </a:lvl1pPr>
            <a:lvl2pPr marL="444500" lvl="1" indent="-173038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Pct val="100000"/>
              <a:buFont typeface="Arial" panose="020B0604020202020204" pitchFamily="34" charset="0"/>
              <a:buChar char="•"/>
              <a:defRPr sz="1600"/>
            </a:lvl2pPr>
            <a:lvl3pPr marL="534988" lvl="2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Pts val="1800"/>
              <a:buFont typeface="Arial" panose="020B0604020202020204" pitchFamily="34" charset="0"/>
              <a:buNone/>
              <a:defRPr b="0" spc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828800" lvl="3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600"/>
              <a:buNone/>
              <a:defRPr/>
            </a:lvl4pPr>
            <a:lvl5pPr marL="2286000" lvl="4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 lvl="0"/>
            <a:r>
              <a:rPr lang="en-GB" dirty="0"/>
              <a:t>Calibri, font size 16</a:t>
            </a:r>
          </a:p>
        </p:txBody>
      </p:sp>
      <p:sp>
        <p:nvSpPr>
          <p:cNvPr id="6" name="Google Shape;21;p2">
            <a:extLst>
              <a:ext uri="{FF2B5EF4-FFF2-40B4-BE49-F238E27FC236}">
                <a16:creationId xmlns:a16="http://schemas.microsoft.com/office/drawing/2014/main" id="{1D230128-03BD-226A-3BBC-9D285D1A90E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4753231" y="560174"/>
            <a:ext cx="6753588" cy="743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200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500" b="0" i="1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 sz="3500" b="0" i="1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Click to add heading</a:t>
            </a:r>
            <a:endParaRPr dirty="0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5EA16C4A-09EA-07CF-49B3-41106B2DAA3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5180" y="560174"/>
            <a:ext cx="3479800" cy="5391173"/>
          </a:xfrm>
          <a:prstGeom prst="roundRect">
            <a:avLst>
              <a:gd name="adj" fmla="val 7506"/>
            </a:avLst>
          </a:prstGeom>
        </p:spPr>
        <p:txBody>
          <a:bodyPr/>
          <a:lstStyle>
            <a:lvl1pPr>
              <a:defRPr b="0" i="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6ADFC286-2F6E-BA6B-8291-FDBE7D29214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466414" y="6446533"/>
            <a:ext cx="5381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DC35FB8-4F78-8704-138C-E5B5AC3C4F6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2" y="6384010"/>
            <a:ext cx="12192012" cy="473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868926-099C-F0D2-365F-1E3B6091B5E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0147413" y="6492875"/>
            <a:ext cx="13190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 b="0" i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Confidential: </a:t>
            </a:r>
            <a:r>
              <a:rPr lang="en-US" sz="1050" b="0" i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nxzen</a:t>
            </a:r>
            <a:endParaRPr lang="en-US" sz="1050" b="0" i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Slide Number Placeholder 8">
            <a:extLst>
              <a:ext uri="{FF2B5EF4-FFF2-40B4-BE49-F238E27FC236}">
                <a16:creationId xmlns:a16="http://schemas.microsoft.com/office/drawing/2014/main" id="{D32158E5-E3D5-AF03-BE44-26DDCD31D92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466414" y="6446533"/>
            <a:ext cx="5381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Picture 12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EB7260E1-7FC1-DDA8-EACA-559D3538936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5530" y="6319565"/>
            <a:ext cx="1599638" cy="619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4916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4_Custom Layout" preserve="1" userDrawn="1">
  <p:cSld name="half text/smart art (+sub) opt 1 - pearl">
    <p:bg>
      <p:bgPr>
        <a:solidFill>
          <a:schemeClr val="tx2"/>
        </a:solid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3167092-92FC-A56A-0C25-FD134773C4D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5"/>
          </p:nvPr>
        </p:nvSpPr>
        <p:spPr/>
        <p:txBody>
          <a:bodyPr/>
          <a:lstStyle/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5059A71-1624-522C-8452-10B20427777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2" y="6384010"/>
            <a:ext cx="12192012" cy="473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CBF12E-8AA7-AABC-E302-7B257D69CB9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0147413" y="6492875"/>
            <a:ext cx="13190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 b="0" i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Confidential: </a:t>
            </a:r>
            <a:r>
              <a:rPr lang="en-US" sz="1050" b="0" i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nxzen</a:t>
            </a:r>
            <a:endParaRPr lang="en-US" sz="1050" b="0" i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D4FE87D4-90D8-3CB7-0032-4EFD8BD19F8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466414" y="6446533"/>
            <a:ext cx="5381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Picture 9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CD481457-9B9F-2FBA-19BF-117C1EEA246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5530" y="6319565"/>
            <a:ext cx="1599638" cy="619059"/>
          </a:xfrm>
          <a:prstGeom prst="rect">
            <a:avLst/>
          </a:prstGeom>
        </p:spPr>
      </p:pic>
      <p:sp>
        <p:nvSpPr>
          <p:cNvPr id="11" name="Google Shape;21;p2">
            <a:extLst>
              <a:ext uri="{FF2B5EF4-FFF2-40B4-BE49-F238E27FC236}">
                <a16:creationId xmlns:a16="http://schemas.microsoft.com/office/drawing/2014/main" id="{7C83F3CD-D0E4-1DD4-27FA-828D17375C87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691977" y="564566"/>
            <a:ext cx="4863002" cy="743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200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500" b="0" i="1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 sz="3500" b="0" i="1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Click to add heading</a:t>
            </a:r>
            <a:endParaRPr dirty="0"/>
          </a:p>
        </p:txBody>
      </p:sp>
      <p:sp>
        <p:nvSpPr>
          <p:cNvPr id="12" name="Google Shape;22;p2">
            <a:extLst>
              <a:ext uri="{FF2B5EF4-FFF2-40B4-BE49-F238E27FC236}">
                <a16:creationId xmlns:a16="http://schemas.microsoft.com/office/drawing/2014/main" id="{67BA02F7-47ED-AB1C-0364-6B6696AEFB16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691978" y="1815736"/>
            <a:ext cx="4863002" cy="41400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Pct val="100000"/>
              <a:buFont typeface="Arial" panose="020B0604020202020204" pitchFamily="34" charset="0"/>
              <a:buNone/>
              <a:defRPr sz="1600" b="0" i="0" cap="none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defRPr>
            </a:lvl1pPr>
            <a:lvl2pPr marL="444500" lvl="1" indent="-173038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Pct val="100000"/>
              <a:buFont typeface="Arial" panose="020B0604020202020204" pitchFamily="34" charset="0"/>
              <a:buChar char="•"/>
              <a:defRPr sz="1600"/>
            </a:lvl2pPr>
            <a:lvl3pPr marL="534988" lvl="2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Pts val="1800"/>
              <a:buFont typeface="Arial" panose="020B0604020202020204" pitchFamily="34" charset="0"/>
              <a:buNone/>
              <a:defRPr b="0" spc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828800" lvl="3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600"/>
              <a:buNone/>
              <a:defRPr/>
            </a:lvl4pPr>
            <a:lvl5pPr marL="2286000" lvl="4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 lvl="0"/>
            <a:r>
              <a:rPr lang="en-GB" dirty="0"/>
              <a:t>Calibri, font size 16</a:t>
            </a:r>
          </a:p>
        </p:txBody>
      </p:sp>
      <p:sp>
        <p:nvSpPr>
          <p:cNvPr id="15" name="SmartArt Placeholder 14">
            <a:extLst>
              <a:ext uri="{FF2B5EF4-FFF2-40B4-BE49-F238E27FC236}">
                <a16:creationId xmlns:a16="http://schemas.microsoft.com/office/drawing/2014/main" id="{EF420008-1647-B7B5-C3E3-91EF8662D870}"/>
              </a:ext>
            </a:extLst>
          </p:cNvPr>
          <p:cNvSpPr>
            <a:spLocks noGrp="1"/>
          </p:cNvSpPr>
          <p:nvPr>
            <p:ph type="dgm" sz="quarter" idx="16"/>
          </p:nvPr>
        </p:nvSpPr>
        <p:spPr>
          <a:xfrm>
            <a:off x="6094981" y="564567"/>
            <a:ext cx="5405042" cy="5391172"/>
          </a:xfrm>
        </p:spPr>
        <p:txBody>
          <a:bodyPr/>
          <a:lstStyle/>
          <a:p>
            <a:r>
              <a:rPr lang="en-US"/>
              <a:t>Click icon to add SmartArt graphic</a:t>
            </a:r>
            <a:endParaRPr lang="en-GB"/>
          </a:p>
        </p:txBody>
      </p:sp>
      <p:sp>
        <p:nvSpPr>
          <p:cNvPr id="18" name="Google Shape;22;p2">
            <a:extLst>
              <a:ext uri="{FF2B5EF4-FFF2-40B4-BE49-F238E27FC236}">
                <a16:creationId xmlns:a16="http://schemas.microsoft.com/office/drawing/2014/main" id="{F1F0E65D-62F5-0E7F-5642-9CA6EDC395D1}"/>
              </a:ext>
            </a:extLst>
          </p:cNvPr>
          <p:cNvSpPr txBox="1">
            <a:spLocks noGrp="1"/>
          </p:cNvSpPr>
          <p:nvPr>
            <p:ph type="body" idx="14" hasCustomPrompt="1"/>
          </p:nvPr>
        </p:nvSpPr>
        <p:spPr>
          <a:xfrm>
            <a:off x="691977" y="1489843"/>
            <a:ext cx="4863002" cy="26144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0000" tIns="0" rIns="90000" bIns="0" anchor="ctr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400" b="1" i="0" cap="none" spc="300">
                <a:solidFill>
                  <a:schemeClr val="tx1"/>
                </a:solidFill>
                <a:latin typeface="Arial Rounded MT Bold" panose="020F0704030504030204" pitchFamily="34" charset="77"/>
                <a:ea typeface="Arial Rounded MT Bold" panose="020F0704030504030204" pitchFamily="34" charset="77"/>
                <a:cs typeface="Calibri" panose="020F0502020204030204" pitchFamily="34" charset="0"/>
                <a:sym typeface="Arial"/>
              </a:defRPr>
            </a:lvl1pPr>
            <a:lvl2pPr marL="914400" lvl="1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2000"/>
              <a:buNone/>
              <a:defRPr/>
            </a:lvl2pPr>
            <a:lvl3pPr marL="1371600" lvl="2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800"/>
              <a:buNone/>
              <a:defRPr/>
            </a:lvl3pPr>
            <a:lvl4pPr marL="1828800" lvl="3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600"/>
              <a:buNone/>
              <a:defRPr/>
            </a:lvl4pPr>
            <a:lvl5pPr marL="2286000" lvl="4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r>
              <a:rPr lang="en-GB" b="0" dirty="0"/>
              <a:t>SUBTITLE, ALL CAPS, SIZE 14</a:t>
            </a:r>
          </a:p>
        </p:txBody>
      </p:sp>
    </p:spTree>
    <p:extLst>
      <p:ext uri="{BB962C8B-B14F-4D97-AF65-F5344CB8AC3E}">
        <p14:creationId xmlns:p14="http://schemas.microsoft.com/office/powerpoint/2010/main" val="16993018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4_Custom Layout" preserve="1" userDrawn="1">
  <p:cSld name="half text/smart art opt 1 - pearl">
    <p:bg>
      <p:bgPr>
        <a:solidFill>
          <a:schemeClr val="tx2"/>
        </a:solid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3167092-92FC-A56A-0C25-FD134773C4D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5"/>
          </p:nvPr>
        </p:nvSpPr>
        <p:spPr/>
        <p:txBody>
          <a:bodyPr/>
          <a:lstStyle/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5059A71-1624-522C-8452-10B20427777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2" y="6384010"/>
            <a:ext cx="12192012" cy="473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CBF12E-8AA7-AABC-E302-7B257D69CB9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0147413" y="6492875"/>
            <a:ext cx="13190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 b="0" i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Confidential: </a:t>
            </a:r>
            <a:r>
              <a:rPr lang="en-US" sz="1050" b="0" i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nxzen</a:t>
            </a:r>
            <a:endParaRPr lang="en-US" sz="1050" b="0" i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D4FE87D4-90D8-3CB7-0032-4EFD8BD19F8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466414" y="6446533"/>
            <a:ext cx="5381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Picture 9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CD481457-9B9F-2FBA-19BF-117C1EEA246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5530" y="6319565"/>
            <a:ext cx="1599638" cy="619059"/>
          </a:xfrm>
          <a:prstGeom prst="rect">
            <a:avLst/>
          </a:prstGeom>
        </p:spPr>
      </p:pic>
      <p:sp>
        <p:nvSpPr>
          <p:cNvPr id="7" name="SmartArt Placeholder 14">
            <a:extLst>
              <a:ext uri="{FF2B5EF4-FFF2-40B4-BE49-F238E27FC236}">
                <a16:creationId xmlns:a16="http://schemas.microsoft.com/office/drawing/2014/main" id="{ED176F8B-C226-ADB9-B7B6-54A1F865ED5B}"/>
              </a:ext>
            </a:extLst>
          </p:cNvPr>
          <p:cNvSpPr>
            <a:spLocks noGrp="1"/>
          </p:cNvSpPr>
          <p:nvPr>
            <p:ph type="dgm" sz="quarter" idx="16"/>
          </p:nvPr>
        </p:nvSpPr>
        <p:spPr>
          <a:xfrm>
            <a:off x="6094981" y="564567"/>
            <a:ext cx="5405042" cy="5391172"/>
          </a:xfrm>
        </p:spPr>
        <p:txBody>
          <a:bodyPr/>
          <a:lstStyle/>
          <a:p>
            <a:r>
              <a:rPr lang="en-US"/>
              <a:t>Click icon to add SmartArt graphic</a:t>
            </a:r>
            <a:endParaRPr lang="en-GB"/>
          </a:p>
        </p:txBody>
      </p:sp>
      <p:sp>
        <p:nvSpPr>
          <p:cNvPr id="8" name="Google Shape;21;p2">
            <a:extLst>
              <a:ext uri="{FF2B5EF4-FFF2-40B4-BE49-F238E27FC236}">
                <a16:creationId xmlns:a16="http://schemas.microsoft.com/office/drawing/2014/main" id="{F46D9EF5-2F86-6370-E0D2-F0D0DBB1189A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691977" y="564566"/>
            <a:ext cx="4863002" cy="743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200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500" b="0" i="1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 sz="3500" b="0" i="1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Click to add heading</a:t>
            </a:r>
            <a:endParaRPr dirty="0"/>
          </a:p>
        </p:txBody>
      </p:sp>
      <p:sp>
        <p:nvSpPr>
          <p:cNvPr id="9" name="Google Shape;22;p2">
            <a:extLst>
              <a:ext uri="{FF2B5EF4-FFF2-40B4-BE49-F238E27FC236}">
                <a16:creationId xmlns:a16="http://schemas.microsoft.com/office/drawing/2014/main" id="{13825F0D-13AD-D46B-843D-1D3CBC74C23E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691978" y="1489843"/>
            <a:ext cx="4863002" cy="4465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Pct val="100000"/>
              <a:buFont typeface="Arial" panose="020B0604020202020204" pitchFamily="34" charset="0"/>
              <a:buNone/>
              <a:defRPr sz="1600" b="0" i="0" cap="none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defRPr>
            </a:lvl1pPr>
            <a:lvl2pPr marL="444500" lvl="1" indent="-173038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Pct val="100000"/>
              <a:buFont typeface="Arial" panose="020B0604020202020204" pitchFamily="34" charset="0"/>
              <a:buChar char="•"/>
              <a:defRPr sz="1600"/>
            </a:lvl2pPr>
            <a:lvl3pPr marL="534988" lvl="2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Pts val="1800"/>
              <a:buFont typeface="Arial" panose="020B0604020202020204" pitchFamily="34" charset="0"/>
              <a:buNone/>
              <a:defRPr b="0" spc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828800" lvl="3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600"/>
              <a:buNone/>
              <a:defRPr/>
            </a:lvl4pPr>
            <a:lvl5pPr marL="2286000" lvl="4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 lvl="0"/>
            <a:r>
              <a:rPr lang="en-GB" dirty="0"/>
              <a:t>Calibri, font size 16</a:t>
            </a:r>
          </a:p>
        </p:txBody>
      </p:sp>
    </p:spTree>
    <p:extLst>
      <p:ext uri="{BB962C8B-B14F-4D97-AF65-F5344CB8AC3E}">
        <p14:creationId xmlns:p14="http://schemas.microsoft.com/office/powerpoint/2010/main" val="22316242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4_Custom Layout" preserve="1" userDrawn="1">
  <p:cSld name="half text/smart art (+sub) opt 2 - pearl">
    <p:bg>
      <p:bgPr>
        <a:solidFill>
          <a:schemeClr val="tx2"/>
        </a:solid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FAFABF2-6EA2-8BB0-AC99-49C71787D24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7"/>
          </p:nvPr>
        </p:nvSpPr>
        <p:spPr/>
        <p:txBody>
          <a:bodyPr/>
          <a:lstStyle/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50CD84E-53B1-1E42-2544-60CAD0B447A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2" y="6384010"/>
            <a:ext cx="12192012" cy="473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D8D474-B6E3-DBEC-6921-0659CD0E74A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0147413" y="6492875"/>
            <a:ext cx="13190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 b="0" i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Confidential: </a:t>
            </a:r>
            <a:r>
              <a:rPr lang="en-US" sz="1050" b="0" i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nxzen</a:t>
            </a:r>
            <a:endParaRPr lang="en-US" sz="1050" b="0" i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FC55AAF8-F92C-79D0-CBD5-084B6CDDCBE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466414" y="6446533"/>
            <a:ext cx="5381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B6D5D850-C63D-2EA7-06CF-E0034872CB0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5530" y="6319565"/>
            <a:ext cx="1599638" cy="619059"/>
          </a:xfrm>
          <a:prstGeom prst="rect">
            <a:avLst/>
          </a:prstGeom>
        </p:spPr>
      </p:pic>
      <p:sp>
        <p:nvSpPr>
          <p:cNvPr id="13" name="SmartArt Placeholder 14">
            <a:extLst>
              <a:ext uri="{FF2B5EF4-FFF2-40B4-BE49-F238E27FC236}">
                <a16:creationId xmlns:a16="http://schemas.microsoft.com/office/drawing/2014/main" id="{5EB69A26-DCD6-1AD8-5884-3D17D4B271E1}"/>
              </a:ext>
            </a:extLst>
          </p:cNvPr>
          <p:cNvSpPr>
            <a:spLocks noGrp="1"/>
          </p:cNvSpPr>
          <p:nvPr>
            <p:ph type="dgm" sz="quarter" idx="16"/>
          </p:nvPr>
        </p:nvSpPr>
        <p:spPr>
          <a:xfrm>
            <a:off x="703580" y="560174"/>
            <a:ext cx="5405042" cy="5391444"/>
          </a:xfrm>
        </p:spPr>
        <p:txBody>
          <a:bodyPr/>
          <a:lstStyle/>
          <a:p>
            <a:r>
              <a:rPr lang="en-US"/>
              <a:t>Click icon to add SmartArt graphic</a:t>
            </a:r>
            <a:endParaRPr lang="en-GB"/>
          </a:p>
        </p:txBody>
      </p:sp>
      <p:sp>
        <p:nvSpPr>
          <p:cNvPr id="20" name="Google Shape;22;p2">
            <a:extLst>
              <a:ext uri="{FF2B5EF4-FFF2-40B4-BE49-F238E27FC236}">
                <a16:creationId xmlns:a16="http://schemas.microsoft.com/office/drawing/2014/main" id="{FD15FAB6-EC8E-6C14-FA80-DAF81835317E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6643818" y="1814508"/>
            <a:ext cx="4863002" cy="41400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Pct val="100000"/>
              <a:buFont typeface="Arial" panose="020B0604020202020204" pitchFamily="34" charset="0"/>
              <a:buNone/>
              <a:defRPr sz="1600" b="0" i="0" cap="none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defRPr>
            </a:lvl1pPr>
            <a:lvl2pPr marL="444500" lvl="1" indent="-173038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Pct val="100000"/>
              <a:buFont typeface="Arial" panose="020B0604020202020204" pitchFamily="34" charset="0"/>
              <a:buChar char="•"/>
              <a:defRPr sz="1600"/>
            </a:lvl2pPr>
            <a:lvl3pPr marL="534988" lvl="2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Pts val="1800"/>
              <a:buFont typeface="Arial" panose="020B0604020202020204" pitchFamily="34" charset="0"/>
              <a:buNone/>
              <a:defRPr b="0" spc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828800" lvl="3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600"/>
              <a:buNone/>
              <a:defRPr/>
            </a:lvl4pPr>
            <a:lvl5pPr marL="2286000" lvl="4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 lvl="0"/>
            <a:r>
              <a:rPr lang="en-GB" dirty="0"/>
              <a:t>Calibri, font size 16</a:t>
            </a:r>
          </a:p>
        </p:txBody>
      </p:sp>
      <p:sp>
        <p:nvSpPr>
          <p:cNvPr id="23" name="Google Shape;21;p2">
            <a:extLst>
              <a:ext uri="{FF2B5EF4-FFF2-40B4-BE49-F238E27FC236}">
                <a16:creationId xmlns:a16="http://schemas.microsoft.com/office/drawing/2014/main" id="{AB72EFAA-6E84-9E3D-D162-EAFCA223989F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6643817" y="560174"/>
            <a:ext cx="4863002" cy="743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200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500" b="0" i="1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 sz="3500" b="0" i="1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Click to add heading</a:t>
            </a:r>
            <a:endParaRPr dirty="0"/>
          </a:p>
        </p:txBody>
      </p:sp>
      <p:sp>
        <p:nvSpPr>
          <p:cNvPr id="25" name="Google Shape;22;p2">
            <a:extLst>
              <a:ext uri="{FF2B5EF4-FFF2-40B4-BE49-F238E27FC236}">
                <a16:creationId xmlns:a16="http://schemas.microsoft.com/office/drawing/2014/main" id="{B9B06197-3DC4-B7CA-F852-0DCABD37B83E}"/>
              </a:ext>
            </a:extLst>
          </p:cNvPr>
          <p:cNvSpPr txBox="1">
            <a:spLocks noGrp="1"/>
          </p:cNvSpPr>
          <p:nvPr>
            <p:ph type="body" idx="14" hasCustomPrompt="1"/>
          </p:nvPr>
        </p:nvSpPr>
        <p:spPr>
          <a:xfrm>
            <a:off x="6643815" y="1489843"/>
            <a:ext cx="4863003" cy="26144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0000" tIns="0" rIns="90000" bIns="0" anchor="ctr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400" b="1" i="0" cap="none" spc="300">
                <a:solidFill>
                  <a:schemeClr val="tx1"/>
                </a:solidFill>
                <a:latin typeface="Arial Rounded MT Bold" panose="020F0704030504030204" pitchFamily="34" charset="77"/>
                <a:ea typeface="Arial Rounded MT Bold" panose="020F0704030504030204" pitchFamily="34" charset="77"/>
                <a:cs typeface="Calibri" panose="020F0502020204030204" pitchFamily="34" charset="0"/>
                <a:sym typeface="Arial"/>
              </a:defRPr>
            </a:lvl1pPr>
            <a:lvl2pPr marL="914400" lvl="1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2000"/>
              <a:buNone/>
              <a:defRPr/>
            </a:lvl2pPr>
            <a:lvl3pPr marL="1371600" lvl="2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800"/>
              <a:buNone/>
              <a:defRPr/>
            </a:lvl3pPr>
            <a:lvl4pPr marL="1828800" lvl="3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600"/>
              <a:buNone/>
              <a:defRPr/>
            </a:lvl4pPr>
            <a:lvl5pPr marL="2286000" lvl="4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r>
              <a:rPr lang="en-GB" b="0" dirty="0"/>
              <a:t>SUBTITLE, ALL CAPS, SIZE 14</a:t>
            </a:r>
          </a:p>
        </p:txBody>
      </p:sp>
    </p:spTree>
    <p:extLst>
      <p:ext uri="{BB962C8B-B14F-4D97-AF65-F5344CB8AC3E}">
        <p14:creationId xmlns:p14="http://schemas.microsoft.com/office/powerpoint/2010/main" val="29903931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4_Custom Layout" preserve="1" userDrawn="1">
  <p:cSld name="half text/smart art opt 2 - pearl">
    <p:bg>
      <p:bgPr>
        <a:solidFill>
          <a:schemeClr val="tx2"/>
        </a:solid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5D909A1-7841-F908-DB44-70554415A4C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6"/>
          </p:nvPr>
        </p:nvSpPr>
        <p:spPr/>
        <p:txBody>
          <a:bodyPr/>
          <a:lstStyle/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B7D492F-2080-FD14-3ADE-12D1D12DF11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2" y="6384010"/>
            <a:ext cx="12192012" cy="473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1B2E62-3390-2351-7E16-C0A2D589299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0147413" y="6492875"/>
            <a:ext cx="13190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 b="0" i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Confidential: </a:t>
            </a:r>
            <a:r>
              <a:rPr lang="en-US" sz="1050" b="0" i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nxzen</a:t>
            </a:r>
            <a:endParaRPr lang="en-US" sz="1050" b="0" i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F50F41A2-E115-099B-D5AA-BA5303E4C95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466414" y="6446533"/>
            <a:ext cx="5381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50CB5A32-2EA6-AFD9-C2A5-D9B55D35EDD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5530" y="6319565"/>
            <a:ext cx="1599638" cy="619059"/>
          </a:xfrm>
          <a:prstGeom prst="rect">
            <a:avLst/>
          </a:prstGeom>
        </p:spPr>
      </p:pic>
      <p:sp>
        <p:nvSpPr>
          <p:cNvPr id="8" name="SmartArt Placeholder 14">
            <a:extLst>
              <a:ext uri="{FF2B5EF4-FFF2-40B4-BE49-F238E27FC236}">
                <a16:creationId xmlns:a16="http://schemas.microsoft.com/office/drawing/2014/main" id="{9A53519A-BF04-2241-6ED1-AFDFA400E50B}"/>
              </a:ext>
            </a:extLst>
          </p:cNvPr>
          <p:cNvSpPr>
            <a:spLocks noGrp="1"/>
          </p:cNvSpPr>
          <p:nvPr>
            <p:ph type="dgm" sz="quarter" idx="17"/>
          </p:nvPr>
        </p:nvSpPr>
        <p:spPr>
          <a:xfrm>
            <a:off x="703580" y="560174"/>
            <a:ext cx="5405042" cy="5391443"/>
          </a:xfrm>
        </p:spPr>
        <p:txBody>
          <a:bodyPr/>
          <a:lstStyle/>
          <a:p>
            <a:r>
              <a:rPr lang="en-US"/>
              <a:t>Click icon to add SmartArt graphic</a:t>
            </a:r>
            <a:endParaRPr lang="en-GB"/>
          </a:p>
        </p:txBody>
      </p:sp>
      <p:sp>
        <p:nvSpPr>
          <p:cNvPr id="12" name="Google Shape;22;p2">
            <a:extLst>
              <a:ext uri="{FF2B5EF4-FFF2-40B4-BE49-F238E27FC236}">
                <a16:creationId xmlns:a16="http://schemas.microsoft.com/office/drawing/2014/main" id="{4D86D671-060B-AF6F-7B6C-7DE9A685559A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6643818" y="1488615"/>
            <a:ext cx="4863002" cy="4465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Pct val="100000"/>
              <a:buFont typeface="Arial" panose="020B0604020202020204" pitchFamily="34" charset="0"/>
              <a:buNone/>
              <a:defRPr sz="1600" b="0" i="0" cap="none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defRPr>
            </a:lvl1pPr>
            <a:lvl2pPr marL="444500" lvl="1" indent="-173038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Pct val="100000"/>
              <a:buFont typeface="Arial" panose="020B0604020202020204" pitchFamily="34" charset="0"/>
              <a:buChar char="•"/>
              <a:defRPr sz="1600"/>
            </a:lvl2pPr>
            <a:lvl3pPr marL="534988" lvl="2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Pts val="1800"/>
              <a:buFont typeface="Arial" panose="020B0604020202020204" pitchFamily="34" charset="0"/>
              <a:buNone/>
              <a:defRPr b="0" spc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828800" lvl="3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600"/>
              <a:buNone/>
              <a:defRPr/>
            </a:lvl4pPr>
            <a:lvl5pPr marL="2286000" lvl="4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 lvl="0"/>
            <a:r>
              <a:rPr lang="en-GB" dirty="0"/>
              <a:t>Calibri, font size 16</a:t>
            </a:r>
          </a:p>
        </p:txBody>
      </p:sp>
      <p:sp>
        <p:nvSpPr>
          <p:cNvPr id="15" name="Google Shape;21;p2">
            <a:extLst>
              <a:ext uri="{FF2B5EF4-FFF2-40B4-BE49-F238E27FC236}">
                <a16:creationId xmlns:a16="http://schemas.microsoft.com/office/drawing/2014/main" id="{F6AFF70D-2068-F324-4C3F-C4D6639C9CB0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6643817" y="560174"/>
            <a:ext cx="4863002" cy="743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200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500" b="0" i="1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 sz="3500" b="0" i="1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Click to add heading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722517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73_Custom Layout" preserve="1" userDrawn="1">
  <p:cSld name="text - pearl">
    <p:bg>
      <p:bgPr>
        <a:solidFill>
          <a:schemeClr val="tx2"/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36D7ED2-BDD2-9EAC-9B5D-F9666CDC0E8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Google Shape;21;p2">
            <a:extLst>
              <a:ext uri="{FF2B5EF4-FFF2-40B4-BE49-F238E27FC236}">
                <a16:creationId xmlns:a16="http://schemas.microsoft.com/office/drawing/2014/main" id="{ED45A62F-170E-F483-01CD-5BC38CB1C7BF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691977" y="564566"/>
            <a:ext cx="10774436" cy="743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200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500" b="0" i="1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 sz="3500" b="0" i="1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Click to add heading</a:t>
            </a:r>
            <a:endParaRPr dirty="0"/>
          </a:p>
        </p:txBody>
      </p:sp>
      <p:sp>
        <p:nvSpPr>
          <p:cNvPr id="9" name="Google Shape;22;p2">
            <a:extLst>
              <a:ext uri="{FF2B5EF4-FFF2-40B4-BE49-F238E27FC236}">
                <a16:creationId xmlns:a16="http://schemas.microsoft.com/office/drawing/2014/main" id="{D2867F0C-6ADC-734F-9658-CA6FD6F371AF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691978" y="1815736"/>
            <a:ext cx="10774436" cy="41400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Pct val="100000"/>
              <a:buFont typeface="Arial" panose="020B0604020202020204" pitchFamily="34" charset="0"/>
              <a:buNone/>
              <a:defRPr sz="1600" b="0" i="0" cap="none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defRPr>
            </a:lvl1pPr>
            <a:lvl2pPr marL="444500" lvl="1" indent="-173038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Pct val="100000"/>
              <a:buFont typeface="Arial" panose="020B0604020202020204" pitchFamily="34" charset="0"/>
              <a:buChar char="•"/>
              <a:defRPr sz="1600"/>
            </a:lvl2pPr>
            <a:lvl3pPr marL="534988" lvl="2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Pts val="1800"/>
              <a:buFont typeface="Arial" panose="020B0604020202020204" pitchFamily="34" charset="0"/>
              <a:buNone/>
              <a:defRPr b="0" spc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828800" lvl="3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600"/>
              <a:buNone/>
              <a:defRPr/>
            </a:lvl4pPr>
            <a:lvl5pPr marL="2286000" lvl="4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 lvl="0"/>
            <a:r>
              <a:rPr lang="en-GB" dirty="0"/>
              <a:t>Calibri, font size 16</a:t>
            </a:r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7CA7D4B8-79B8-B145-93B2-6726FBF5EE0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466414" y="6446533"/>
            <a:ext cx="5381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7D8D7721-8EA5-CB12-9250-8A4C6E9DD0B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466414" y="6446533"/>
            <a:ext cx="5381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EF8706B-FEE6-5081-BFB1-E46BD3A313E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2" y="6384010"/>
            <a:ext cx="12192012" cy="473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E5B11BE-6701-7C75-3063-CC24FEFA5C8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0147413" y="6492875"/>
            <a:ext cx="13190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 b="0" i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Confidential: </a:t>
            </a:r>
            <a:r>
              <a:rPr lang="en-US" sz="1050" b="0" i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nxzen</a:t>
            </a:r>
            <a:endParaRPr lang="en-US" sz="1050" b="0" i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Slide Number Placeholder 8">
            <a:extLst>
              <a:ext uri="{FF2B5EF4-FFF2-40B4-BE49-F238E27FC236}">
                <a16:creationId xmlns:a16="http://schemas.microsoft.com/office/drawing/2014/main" id="{B1B2CD7A-E160-CBB4-5DA8-2D4F66294FB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466414" y="6446533"/>
            <a:ext cx="5381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6" name="Picture 15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F8990E20-048C-0B22-D97F-F28850E220DE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5530" y="6319565"/>
            <a:ext cx="1599638" cy="619059"/>
          </a:xfrm>
          <a:prstGeom prst="rect">
            <a:avLst/>
          </a:prstGeom>
        </p:spPr>
      </p:pic>
      <p:sp>
        <p:nvSpPr>
          <p:cNvPr id="18" name="Google Shape;22;p2">
            <a:extLst>
              <a:ext uri="{FF2B5EF4-FFF2-40B4-BE49-F238E27FC236}">
                <a16:creationId xmlns:a16="http://schemas.microsoft.com/office/drawing/2014/main" id="{C331E3B8-AE8A-7986-17AF-0B109ACC7095}"/>
              </a:ext>
            </a:extLst>
          </p:cNvPr>
          <p:cNvSpPr txBox="1">
            <a:spLocks noGrp="1"/>
          </p:cNvSpPr>
          <p:nvPr>
            <p:ph type="body" idx="14" hasCustomPrompt="1"/>
          </p:nvPr>
        </p:nvSpPr>
        <p:spPr>
          <a:xfrm>
            <a:off x="691976" y="1489843"/>
            <a:ext cx="10774435" cy="26144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0000" tIns="0" rIns="90000" bIns="0" anchor="ctr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400" b="1" i="0" cap="none" spc="300">
                <a:solidFill>
                  <a:schemeClr val="tx1"/>
                </a:solidFill>
                <a:latin typeface="Arial Rounded MT Bold" panose="020F0704030504030204" pitchFamily="34" charset="77"/>
                <a:ea typeface="Arial Rounded MT Bold" panose="020F0704030504030204" pitchFamily="34" charset="77"/>
                <a:cs typeface="Calibri" panose="020F0502020204030204" pitchFamily="34" charset="0"/>
                <a:sym typeface="Arial"/>
              </a:defRPr>
            </a:lvl1pPr>
            <a:lvl2pPr marL="914400" lvl="1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2000"/>
              <a:buNone/>
              <a:defRPr/>
            </a:lvl2pPr>
            <a:lvl3pPr marL="1371600" lvl="2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800"/>
              <a:buNone/>
              <a:defRPr/>
            </a:lvl3pPr>
            <a:lvl4pPr marL="1828800" lvl="3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600"/>
              <a:buNone/>
              <a:defRPr/>
            </a:lvl4pPr>
            <a:lvl5pPr marL="2286000" lvl="4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r>
              <a:rPr lang="en-GB" b="0" dirty="0"/>
              <a:t>SUBTITLE, ALL CAPS, SIZE 14</a:t>
            </a:r>
          </a:p>
        </p:txBody>
      </p:sp>
    </p:spTree>
    <p:extLst>
      <p:ext uri="{BB962C8B-B14F-4D97-AF65-F5344CB8AC3E}">
        <p14:creationId xmlns:p14="http://schemas.microsoft.com/office/powerpoint/2010/main" val="32948036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73_Custom Layout" preserve="1" userDrawn="1">
  <p:cSld name="table - pearl">
    <p:bg>
      <p:bgPr>
        <a:solidFill>
          <a:schemeClr val="tx2"/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A1E9E3-52FC-928A-7762-6DC7DFBFCE8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Google Shape;21;p2">
            <a:extLst>
              <a:ext uri="{FF2B5EF4-FFF2-40B4-BE49-F238E27FC236}">
                <a16:creationId xmlns:a16="http://schemas.microsoft.com/office/drawing/2014/main" id="{E0969DE6-CEEA-8C8D-79FE-151857CC46B0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691977" y="564566"/>
            <a:ext cx="10774436" cy="743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200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500" b="0" i="1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 sz="3500" b="0" i="1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Click to add heading</a:t>
            </a:r>
            <a:endParaRPr dirty="0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C2FF6980-009C-4273-531D-7630AA8FFDCD}"/>
              </a:ext>
            </a:extLst>
          </p:cNvPr>
          <p:cNvSpPr>
            <a:spLocks noGrp="1"/>
          </p:cNvSpPr>
          <p:nvPr>
            <p:ph type="tbl" sz="quarter" idx="16"/>
          </p:nvPr>
        </p:nvSpPr>
        <p:spPr>
          <a:xfrm>
            <a:off x="692150" y="1933204"/>
            <a:ext cx="10774263" cy="4022535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GB"/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1EA59528-5265-76F1-B6E5-51F06C1F6D9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466414" y="6446533"/>
            <a:ext cx="5381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Slide Number Placeholder 1">
            <a:extLst>
              <a:ext uri="{FF2B5EF4-FFF2-40B4-BE49-F238E27FC236}">
                <a16:creationId xmlns:a16="http://schemas.microsoft.com/office/drawing/2014/main" id="{9521A774-EA06-882A-76A6-68A29B03431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466414" y="6446533"/>
            <a:ext cx="5381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A336096-6A97-A299-6B84-6D59EF6CA2D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2" y="6384010"/>
            <a:ext cx="12192012" cy="473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214639E-1DFB-A0F2-C1EA-CBC219B245E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0147413" y="6492875"/>
            <a:ext cx="13190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 b="0" i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Confidential: </a:t>
            </a:r>
            <a:r>
              <a:rPr lang="en-US" sz="1050" b="0" i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nxzen</a:t>
            </a:r>
            <a:endParaRPr lang="en-US" sz="1050" b="0" i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Slide Number Placeholder 8">
            <a:extLst>
              <a:ext uri="{FF2B5EF4-FFF2-40B4-BE49-F238E27FC236}">
                <a16:creationId xmlns:a16="http://schemas.microsoft.com/office/drawing/2014/main" id="{E8B00E83-DA18-A1E9-1B02-778EF9BBCB6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466414" y="6446533"/>
            <a:ext cx="5381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9" name="Picture 18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0F94C15A-A750-B7D3-4EC1-C3A01D812D22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5530" y="6319565"/>
            <a:ext cx="1599638" cy="619059"/>
          </a:xfrm>
          <a:prstGeom prst="rect">
            <a:avLst/>
          </a:prstGeom>
        </p:spPr>
      </p:pic>
      <p:sp>
        <p:nvSpPr>
          <p:cNvPr id="21" name="Google Shape;22;p2">
            <a:extLst>
              <a:ext uri="{FF2B5EF4-FFF2-40B4-BE49-F238E27FC236}">
                <a16:creationId xmlns:a16="http://schemas.microsoft.com/office/drawing/2014/main" id="{E61A3792-42BB-012F-F5ED-3D34EC0A08F8}"/>
              </a:ext>
            </a:extLst>
          </p:cNvPr>
          <p:cNvSpPr txBox="1">
            <a:spLocks noGrp="1"/>
          </p:cNvSpPr>
          <p:nvPr>
            <p:ph type="body" idx="17" hasCustomPrompt="1"/>
          </p:nvPr>
        </p:nvSpPr>
        <p:spPr>
          <a:xfrm>
            <a:off x="691976" y="1489843"/>
            <a:ext cx="10774435" cy="26144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0000" tIns="0" rIns="90000" bIns="0" anchor="ctr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400" b="1" i="0" cap="none" spc="300">
                <a:solidFill>
                  <a:schemeClr val="tx1"/>
                </a:solidFill>
                <a:latin typeface="Arial Rounded MT Bold" panose="020F0704030504030204" pitchFamily="34" charset="77"/>
                <a:ea typeface="Arial Rounded MT Bold" panose="020F0704030504030204" pitchFamily="34" charset="77"/>
                <a:cs typeface="Calibri" panose="020F0502020204030204" pitchFamily="34" charset="0"/>
                <a:sym typeface="Arial"/>
              </a:defRPr>
            </a:lvl1pPr>
            <a:lvl2pPr marL="914400" lvl="1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2000"/>
              <a:buNone/>
              <a:defRPr/>
            </a:lvl2pPr>
            <a:lvl3pPr marL="1371600" lvl="2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800"/>
              <a:buNone/>
              <a:defRPr/>
            </a:lvl3pPr>
            <a:lvl4pPr marL="1828800" lvl="3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600"/>
              <a:buNone/>
              <a:defRPr/>
            </a:lvl4pPr>
            <a:lvl5pPr marL="2286000" lvl="4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r>
              <a:rPr lang="en-GB" b="0" dirty="0"/>
              <a:t>SUBTITLE, ALL CAPS, SIZE 14</a:t>
            </a:r>
          </a:p>
        </p:txBody>
      </p:sp>
    </p:spTree>
    <p:extLst>
      <p:ext uri="{BB962C8B-B14F-4D97-AF65-F5344CB8AC3E}">
        <p14:creationId xmlns:p14="http://schemas.microsoft.com/office/powerpoint/2010/main" val="36420129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73_Custom Layout" preserve="1" userDrawn="1">
  <p:cSld name="smart art - pearl">
    <p:bg>
      <p:bgPr>
        <a:solidFill>
          <a:schemeClr val="tx2"/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A1E9E3-52FC-928A-7762-6DC7DFBFCE8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Google Shape;21;p2">
            <a:extLst>
              <a:ext uri="{FF2B5EF4-FFF2-40B4-BE49-F238E27FC236}">
                <a16:creationId xmlns:a16="http://schemas.microsoft.com/office/drawing/2014/main" id="{E0969DE6-CEEA-8C8D-79FE-151857CC46B0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691977" y="564566"/>
            <a:ext cx="10774436" cy="743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200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500" b="0" i="1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 sz="3500" b="0" i="1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Click to add heading</a:t>
            </a:r>
            <a:endParaRPr dirty="0"/>
          </a:p>
        </p:txBody>
      </p:sp>
      <p:sp>
        <p:nvSpPr>
          <p:cNvPr id="2" name="SmartArt Placeholder 14">
            <a:extLst>
              <a:ext uri="{FF2B5EF4-FFF2-40B4-BE49-F238E27FC236}">
                <a16:creationId xmlns:a16="http://schemas.microsoft.com/office/drawing/2014/main" id="{3BBC76E8-5F16-2B17-D0B8-6F1408C54396}"/>
              </a:ext>
            </a:extLst>
          </p:cNvPr>
          <p:cNvSpPr>
            <a:spLocks noGrp="1"/>
          </p:cNvSpPr>
          <p:nvPr>
            <p:ph type="dgm" sz="quarter" idx="16"/>
          </p:nvPr>
        </p:nvSpPr>
        <p:spPr>
          <a:xfrm>
            <a:off x="691977" y="1933203"/>
            <a:ext cx="10808046" cy="4022536"/>
          </a:xfrm>
        </p:spPr>
        <p:txBody>
          <a:bodyPr/>
          <a:lstStyle/>
          <a:p>
            <a:r>
              <a:rPr lang="en-US"/>
              <a:t>Click icon to add SmartArt graphic</a:t>
            </a:r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048CA7A-3F27-E366-DB53-9843E70C76E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466414" y="6446533"/>
            <a:ext cx="5381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CD17E7B5-E395-0982-E834-B1B87A63279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466414" y="6446533"/>
            <a:ext cx="5381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80DDCE7-9DFE-B34B-8864-29130373871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2" y="6384010"/>
            <a:ext cx="12192012" cy="473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77B748-9534-882A-76C9-00F7C325017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0147413" y="6492875"/>
            <a:ext cx="13190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 b="0" i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Confidential: </a:t>
            </a:r>
            <a:r>
              <a:rPr lang="en-US" sz="1050" b="0" i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nxzen</a:t>
            </a:r>
            <a:endParaRPr lang="en-US" sz="1050" b="0" i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Slide Number Placeholder 8">
            <a:extLst>
              <a:ext uri="{FF2B5EF4-FFF2-40B4-BE49-F238E27FC236}">
                <a16:creationId xmlns:a16="http://schemas.microsoft.com/office/drawing/2014/main" id="{016A439C-7D6A-5DC6-A300-ACFCB9B0CB2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466414" y="6446533"/>
            <a:ext cx="5381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DFD91522-70A9-0E1F-B1F9-6182837EBCD6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5530" y="6319565"/>
            <a:ext cx="1599638" cy="619059"/>
          </a:xfrm>
          <a:prstGeom prst="rect">
            <a:avLst/>
          </a:prstGeom>
        </p:spPr>
      </p:pic>
      <p:sp>
        <p:nvSpPr>
          <p:cNvPr id="13" name="Google Shape;22;p2">
            <a:extLst>
              <a:ext uri="{FF2B5EF4-FFF2-40B4-BE49-F238E27FC236}">
                <a16:creationId xmlns:a16="http://schemas.microsoft.com/office/drawing/2014/main" id="{0730822E-B6EE-55B1-26AE-F2E4FAB5681E}"/>
              </a:ext>
            </a:extLst>
          </p:cNvPr>
          <p:cNvSpPr txBox="1">
            <a:spLocks noGrp="1"/>
          </p:cNvSpPr>
          <p:nvPr>
            <p:ph type="body" idx="17" hasCustomPrompt="1"/>
          </p:nvPr>
        </p:nvSpPr>
        <p:spPr>
          <a:xfrm>
            <a:off x="691976" y="1489843"/>
            <a:ext cx="10774435" cy="26144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0000" tIns="0" rIns="90000" bIns="0" anchor="ctr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400" b="1" i="0" cap="none" spc="300">
                <a:solidFill>
                  <a:schemeClr val="tx1"/>
                </a:solidFill>
                <a:latin typeface="Arial Rounded MT Bold" panose="020F0704030504030204" pitchFamily="34" charset="77"/>
                <a:ea typeface="Arial Rounded MT Bold" panose="020F0704030504030204" pitchFamily="34" charset="77"/>
                <a:cs typeface="Calibri" panose="020F0502020204030204" pitchFamily="34" charset="0"/>
                <a:sym typeface="Arial"/>
              </a:defRPr>
            </a:lvl1pPr>
            <a:lvl2pPr marL="914400" lvl="1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2000"/>
              <a:buNone/>
              <a:defRPr/>
            </a:lvl2pPr>
            <a:lvl3pPr marL="1371600" lvl="2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800"/>
              <a:buNone/>
              <a:defRPr/>
            </a:lvl3pPr>
            <a:lvl4pPr marL="1828800" lvl="3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600"/>
              <a:buNone/>
              <a:defRPr/>
            </a:lvl4pPr>
            <a:lvl5pPr marL="2286000" lvl="4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r>
              <a:rPr lang="en-GB" b="0" dirty="0"/>
              <a:t>SUBTITLE, ALL CAPS, SIZE 14</a:t>
            </a:r>
          </a:p>
        </p:txBody>
      </p:sp>
    </p:spTree>
    <p:extLst>
      <p:ext uri="{BB962C8B-B14F-4D97-AF65-F5344CB8AC3E}">
        <p14:creationId xmlns:p14="http://schemas.microsoft.com/office/powerpoint/2010/main" val="414360634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73_Custom Layout" preserve="1" userDrawn="1">
  <p:cSld name="picture - pearl">
    <p:bg>
      <p:bgPr>
        <a:solidFill>
          <a:schemeClr val="tx2"/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492949D2-61F6-DC95-E997-E390C89F0FB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91977" y="1949450"/>
            <a:ext cx="10774436" cy="3973920"/>
          </a:xfrm>
          <a:prstGeom prst="roundRect">
            <a:avLst>
              <a:gd name="adj" fmla="val 8326"/>
            </a:avLst>
          </a:prstGeom>
        </p:spPr>
        <p:txBody>
          <a:bodyPr/>
          <a:lstStyle>
            <a:lvl1pPr>
              <a:defRPr b="0" i="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F514B5E-BDC7-1FFA-F17A-6705EE19BA2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Google Shape;21;p2">
            <a:extLst>
              <a:ext uri="{FF2B5EF4-FFF2-40B4-BE49-F238E27FC236}">
                <a16:creationId xmlns:a16="http://schemas.microsoft.com/office/drawing/2014/main" id="{3AB8DAC0-A7E4-A23E-72EF-3E3814F1A0A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691977" y="564566"/>
            <a:ext cx="10774436" cy="743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200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500" b="0" i="1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 sz="3500" b="0" i="1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Click to add heading</a:t>
            </a:r>
            <a:endParaRPr dirty="0"/>
          </a:p>
        </p:txBody>
      </p:sp>
      <p:sp>
        <p:nvSpPr>
          <p:cNvPr id="13" name="Slide Number Placeholder 2">
            <a:extLst>
              <a:ext uri="{FF2B5EF4-FFF2-40B4-BE49-F238E27FC236}">
                <a16:creationId xmlns:a16="http://schemas.microsoft.com/office/drawing/2014/main" id="{7B1ADBEC-6E20-B423-2BE9-5CF40548E83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466414" y="6446533"/>
            <a:ext cx="5381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Slide Number Placeholder 1">
            <a:extLst>
              <a:ext uri="{FF2B5EF4-FFF2-40B4-BE49-F238E27FC236}">
                <a16:creationId xmlns:a16="http://schemas.microsoft.com/office/drawing/2014/main" id="{75891C0B-6FDD-ECC4-9EE6-0E7CE17F4C9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466414" y="6446533"/>
            <a:ext cx="5381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F9F96EE-6E27-6062-C6EA-B08BCAA3F13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2" y="6384010"/>
            <a:ext cx="12192012" cy="473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8791C92-2E7A-6C2D-B84A-B2E136CFBD5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0147413" y="6492875"/>
            <a:ext cx="13190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 b="0" i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Confidential: </a:t>
            </a:r>
            <a:r>
              <a:rPr lang="en-US" sz="1050" b="0" i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nxzen</a:t>
            </a:r>
            <a:endParaRPr lang="en-US" sz="1050" b="0" i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Slide Number Placeholder 8">
            <a:extLst>
              <a:ext uri="{FF2B5EF4-FFF2-40B4-BE49-F238E27FC236}">
                <a16:creationId xmlns:a16="http://schemas.microsoft.com/office/drawing/2014/main" id="{8F01FCA4-FF78-F65E-FFDA-5FFF2980845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466414" y="6446533"/>
            <a:ext cx="5381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8" name="Picture 17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F791A721-3F7B-17A0-2C07-E45AD0341423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5530" y="6319565"/>
            <a:ext cx="1599638" cy="619059"/>
          </a:xfrm>
          <a:prstGeom prst="rect">
            <a:avLst/>
          </a:prstGeom>
        </p:spPr>
      </p:pic>
      <p:sp>
        <p:nvSpPr>
          <p:cNvPr id="20" name="Google Shape;22;p2">
            <a:extLst>
              <a:ext uri="{FF2B5EF4-FFF2-40B4-BE49-F238E27FC236}">
                <a16:creationId xmlns:a16="http://schemas.microsoft.com/office/drawing/2014/main" id="{6165952B-D4D4-C567-00EC-FC7F7CAD7EBC}"/>
              </a:ext>
            </a:extLst>
          </p:cNvPr>
          <p:cNvSpPr txBox="1">
            <a:spLocks noGrp="1"/>
          </p:cNvSpPr>
          <p:nvPr>
            <p:ph type="body" idx="16" hasCustomPrompt="1"/>
          </p:nvPr>
        </p:nvSpPr>
        <p:spPr>
          <a:xfrm>
            <a:off x="691976" y="1489843"/>
            <a:ext cx="10774435" cy="26144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0000" tIns="0" rIns="90000" bIns="0" anchor="ctr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400" b="1" i="0" cap="none" spc="300">
                <a:solidFill>
                  <a:schemeClr val="tx1"/>
                </a:solidFill>
                <a:latin typeface="Arial Rounded MT Bold" panose="020F0704030504030204" pitchFamily="34" charset="77"/>
                <a:ea typeface="Arial Rounded MT Bold" panose="020F0704030504030204" pitchFamily="34" charset="77"/>
                <a:cs typeface="Calibri" panose="020F0502020204030204" pitchFamily="34" charset="0"/>
                <a:sym typeface="Arial"/>
              </a:defRPr>
            </a:lvl1pPr>
            <a:lvl2pPr marL="914400" lvl="1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2000"/>
              <a:buNone/>
              <a:defRPr/>
            </a:lvl2pPr>
            <a:lvl3pPr marL="1371600" lvl="2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800"/>
              <a:buNone/>
              <a:defRPr/>
            </a:lvl3pPr>
            <a:lvl4pPr marL="1828800" lvl="3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600"/>
              <a:buNone/>
              <a:defRPr/>
            </a:lvl4pPr>
            <a:lvl5pPr marL="2286000" lvl="4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r>
              <a:rPr lang="en-GB" b="0" dirty="0"/>
              <a:t>SUBTITLE, ALL CAPS, SIZE 14</a:t>
            </a:r>
          </a:p>
        </p:txBody>
      </p:sp>
    </p:spTree>
    <p:extLst>
      <p:ext uri="{BB962C8B-B14F-4D97-AF65-F5344CB8AC3E}">
        <p14:creationId xmlns:p14="http://schemas.microsoft.com/office/powerpoint/2010/main" val="27133975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73_Custom Layout" preserve="1" userDrawn="1">
  <p:cSld name="media - pearl">
    <p:bg>
      <p:bgPr>
        <a:solidFill>
          <a:schemeClr val="tx2"/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edia Placeholder 5">
            <a:extLst>
              <a:ext uri="{FF2B5EF4-FFF2-40B4-BE49-F238E27FC236}">
                <a16:creationId xmlns:a16="http://schemas.microsoft.com/office/drawing/2014/main" id="{011492F5-41C3-B14E-6F60-3217E1261450}"/>
              </a:ext>
            </a:extLst>
          </p:cNvPr>
          <p:cNvSpPr>
            <a:spLocks noGrp="1"/>
          </p:cNvSpPr>
          <p:nvPr>
            <p:ph type="media" sz="quarter" idx="14"/>
          </p:nvPr>
        </p:nvSpPr>
        <p:spPr>
          <a:xfrm>
            <a:off x="691977" y="1948266"/>
            <a:ext cx="10774436" cy="3975104"/>
          </a:xfrm>
          <a:prstGeom prst="roundRect">
            <a:avLst>
              <a:gd name="adj" fmla="val 8329"/>
            </a:avLst>
          </a:prstGeom>
        </p:spPr>
        <p:txBody>
          <a:bodyPr/>
          <a:lstStyle>
            <a:lvl1pPr>
              <a:defRPr b="0" i="0"/>
            </a:lvl1pPr>
          </a:lstStyle>
          <a:p>
            <a:r>
              <a:rPr lang="en-US"/>
              <a:t>Click icon to add media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D0A20B7-22F7-1588-1189-6FC38FB2294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Google Shape;21;p2">
            <a:extLst>
              <a:ext uri="{FF2B5EF4-FFF2-40B4-BE49-F238E27FC236}">
                <a16:creationId xmlns:a16="http://schemas.microsoft.com/office/drawing/2014/main" id="{BFC61242-EC75-2401-5AA9-F47717744C39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691977" y="564566"/>
            <a:ext cx="10774436" cy="743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200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500" b="0" i="1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 sz="3500" b="0" i="1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Click to add heading</a:t>
            </a:r>
            <a:endParaRPr dirty="0"/>
          </a:p>
        </p:txBody>
      </p:sp>
      <p:sp>
        <p:nvSpPr>
          <p:cNvPr id="8" name="Slide Number Placeholder 2">
            <a:extLst>
              <a:ext uri="{FF2B5EF4-FFF2-40B4-BE49-F238E27FC236}">
                <a16:creationId xmlns:a16="http://schemas.microsoft.com/office/drawing/2014/main" id="{23F4E304-DE4D-CA08-5AB6-7B94C42971D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466414" y="6446533"/>
            <a:ext cx="5381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AED893EC-2812-03D6-E096-0708C3CD2BB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466414" y="6446533"/>
            <a:ext cx="5381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4934079-5AD6-875F-01F1-3C67E56BD9A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2" y="6384010"/>
            <a:ext cx="12192012" cy="473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D50317-0C05-291D-4872-CA214D083A0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0147413" y="6492875"/>
            <a:ext cx="13190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 b="0" i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Confidential: </a:t>
            </a:r>
            <a:r>
              <a:rPr lang="en-US" sz="1050" b="0" i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nxzen</a:t>
            </a:r>
            <a:endParaRPr lang="en-US" sz="1050" b="0" i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Slide Number Placeholder 8">
            <a:extLst>
              <a:ext uri="{FF2B5EF4-FFF2-40B4-BE49-F238E27FC236}">
                <a16:creationId xmlns:a16="http://schemas.microsoft.com/office/drawing/2014/main" id="{E0D6EA6B-B2B9-1E89-1C06-20BB6ABBD6D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466414" y="6446533"/>
            <a:ext cx="5381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Picture 12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B8723418-CB6B-D224-587A-886E3B4EBCE2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5530" y="6319565"/>
            <a:ext cx="1599638" cy="619059"/>
          </a:xfrm>
          <a:prstGeom prst="rect">
            <a:avLst/>
          </a:prstGeom>
        </p:spPr>
      </p:pic>
      <p:sp>
        <p:nvSpPr>
          <p:cNvPr id="15" name="Google Shape;22;p2">
            <a:extLst>
              <a:ext uri="{FF2B5EF4-FFF2-40B4-BE49-F238E27FC236}">
                <a16:creationId xmlns:a16="http://schemas.microsoft.com/office/drawing/2014/main" id="{05466CAB-7B37-C247-C3D5-A6F14D705877}"/>
              </a:ext>
            </a:extLst>
          </p:cNvPr>
          <p:cNvSpPr txBox="1">
            <a:spLocks noGrp="1"/>
          </p:cNvSpPr>
          <p:nvPr>
            <p:ph type="body" idx="16" hasCustomPrompt="1"/>
          </p:nvPr>
        </p:nvSpPr>
        <p:spPr>
          <a:xfrm>
            <a:off x="691976" y="1489843"/>
            <a:ext cx="10774435" cy="26144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0000" tIns="0" rIns="90000" bIns="0" anchor="ctr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400" b="1" i="0" cap="none" spc="300">
                <a:solidFill>
                  <a:schemeClr val="tx1"/>
                </a:solidFill>
                <a:latin typeface="Arial Rounded MT Bold" panose="020F0704030504030204" pitchFamily="34" charset="77"/>
                <a:ea typeface="Arial Rounded MT Bold" panose="020F0704030504030204" pitchFamily="34" charset="77"/>
                <a:cs typeface="Calibri" panose="020F0502020204030204" pitchFamily="34" charset="0"/>
                <a:sym typeface="Arial"/>
              </a:defRPr>
            </a:lvl1pPr>
            <a:lvl2pPr marL="914400" lvl="1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2000"/>
              <a:buNone/>
              <a:defRPr/>
            </a:lvl2pPr>
            <a:lvl3pPr marL="1371600" lvl="2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800"/>
              <a:buNone/>
              <a:defRPr/>
            </a:lvl3pPr>
            <a:lvl4pPr marL="1828800" lvl="3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600"/>
              <a:buNone/>
              <a:defRPr/>
            </a:lvl4pPr>
            <a:lvl5pPr marL="2286000" lvl="4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r>
              <a:rPr lang="en-GB" b="0" dirty="0"/>
              <a:t>SUBTITLE, ALL CAPS, SIZE 14</a:t>
            </a:r>
          </a:p>
        </p:txBody>
      </p:sp>
    </p:spTree>
    <p:extLst>
      <p:ext uri="{BB962C8B-B14F-4D97-AF65-F5344CB8AC3E}">
        <p14:creationId xmlns:p14="http://schemas.microsoft.com/office/powerpoint/2010/main" val="62825420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ing - pear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34A31F4B-EA6C-1547-D6A3-FB9827BF71B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89202" y="564566"/>
            <a:ext cx="5410820" cy="5362345"/>
          </a:xfrm>
          <a:prstGeom prst="roundRect">
            <a:avLst>
              <a:gd name="adj" fmla="val 7506"/>
            </a:avLst>
          </a:prstGeom>
        </p:spPr>
        <p:txBody>
          <a:bodyPr/>
          <a:lstStyle>
            <a:lvl1pPr>
              <a:defRPr b="0" i="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33F70A-A246-3C68-A312-12065F1D140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0"/>
          </p:nvPr>
        </p:nvSpPr>
        <p:spPr/>
        <p:txBody>
          <a:bodyPr/>
          <a:lstStyle/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65CF9C-7BD7-A1A3-259C-1A9D3516AEA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2" y="6384010"/>
            <a:ext cx="12192012" cy="473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85629A-7AD2-9EB0-BBC9-64B51170D7E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0147413" y="6492875"/>
            <a:ext cx="13190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 b="0" i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Confidential: </a:t>
            </a:r>
            <a:r>
              <a:rPr lang="en-US" sz="1050" b="0" i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nxzen</a:t>
            </a:r>
            <a:endParaRPr lang="en-US" sz="1050" b="0" i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6B27E156-94B0-EADF-7944-3E9AE7EBE8B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466414" y="6446533"/>
            <a:ext cx="5381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B3822103-0F29-2BF0-600D-AC3EE515218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5530" y="6319565"/>
            <a:ext cx="1599638" cy="619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719683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34A31F4B-EA6C-1547-D6A3-FB9827BF71B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89202" y="564566"/>
            <a:ext cx="5410820" cy="5362345"/>
          </a:xfrm>
          <a:prstGeom prst="roundRect">
            <a:avLst>
              <a:gd name="adj" fmla="val 7506"/>
            </a:avLst>
          </a:prstGeom>
        </p:spPr>
        <p:txBody>
          <a:bodyPr/>
          <a:lstStyle>
            <a:lvl1pPr>
              <a:defRPr b="0" i="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33F70A-A246-3C68-A312-12065F1D140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0"/>
          </p:nvPr>
        </p:nvSpPr>
        <p:spPr/>
        <p:txBody>
          <a:bodyPr/>
          <a:lstStyle/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65CF9C-7BD7-A1A3-259C-1A9D3516AEA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2" y="6384010"/>
            <a:ext cx="12192012" cy="473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85629A-7AD2-9EB0-BBC9-64B51170D7E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0147413" y="6492875"/>
            <a:ext cx="13190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 b="0" i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Confidential: </a:t>
            </a:r>
            <a:r>
              <a:rPr lang="en-US" sz="1050" b="0" i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nxzen</a:t>
            </a:r>
            <a:endParaRPr lang="en-US" sz="1050" b="0" i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6B27E156-94B0-EADF-7944-3E9AE7EBE8B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466414" y="6446533"/>
            <a:ext cx="5381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B3822103-0F29-2BF0-600D-AC3EE515218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5530" y="6319565"/>
            <a:ext cx="1599638" cy="619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781019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85_Custom Layout" preserve="1" userDrawn="1">
  <p:cSld name="title - dark">
    <p:bg>
      <p:bgPr>
        <a:solidFill>
          <a:schemeClr val="bg2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/>
          <p:cNvSpPr txBox="1">
            <a:spLocks noGrp="1"/>
          </p:cNvSpPr>
          <p:nvPr>
            <p:ph type="title" hasCustomPrompt="1"/>
          </p:nvPr>
        </p:nvSpPr>
        <p:spPr>
          <a:xfrm>
            <a:off x="766095" y="2734374"/>
            <a:ext cx="5329905" cy="1389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200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5000" b="0" i="1">
                <a:solidFill>
                  <a:schemeClr val="lt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 dirty="0"/>
              <a:t>Click to add presentation title</a:t>
            </a:r>
            <a:endParaRPr dirty="0"/>
          </a:p>
        </p:txBody>
      </p:sp>
      <p:sp>
        <p:nvSpPr>
          <p:cNvPr id="22" name="Google Shape;22;p2"/>
          <p:cNvSpPr txBox="1">
            <a:spLocks noGrp="1"/>
          </p:cNvSpPr>
          <p:nvPr>
            <p:ph type="body" idx="1" hasCustomPrompt="1"/>
          </p:nvPr>
        </p:nvSpPr>
        <p:spPr>
          <a:xfrm>
            <a:off x="766095" y="5273506"/>
            <a:ext cx="5329905" cy="896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600" b="1" i="0" cap="none" spc="300">
                <a:solidFill>
                  <a:schemeClr val="accent1"/>
                </a:solidFill>
                <a:latin typeface="Arial Rounded MT Bold" panose="020F0704030504030204" pitchFamily="34" charset="77"/>
                <a:ea typeface="Arial Rounded MT Bold" panose="020F0704030504030204" pitchFamily="34" charset="77"/>
                <a:cs typeface="Calibri" panose="020F0502020204030204" pitchFamily="34" charset="0"/>
                <a:sym typeface="Arial"/>
              </a:defRPr>
            </a:lvl1pPr>
            <a:lvl2pPr marL="914400" lvl="1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2000"/>
              <a:buNone/>
              <a:defRPr>
                <a:solidFill>
                  <a:schemeClr val="accent1"/>
                </a:solidFill>
              </a:defRPr>
            </a:lvl2pPr>
            <a:lvl3pPr marL="1371600" lvl="2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800"/>
              <a:buNone/>
              <a:defRPr/>
            </a:lvl3pPr>
            <a:lvl4pPr marL="1828800" lvl="3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600"/>
              <a:buNone/>
              <a:defRPr/>
            </a:lvl4pPr>
            <a:lvl5pPr marL="2286000" lvl="4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accent1"/>
                </a:solidFill>
              </a:defRPr>
            </a:lvl6pPr>
            <a:lvl7pPr marL="3200400" lvl="6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 lvl="0"/>
            <a:r>
              <a:rPr lang="en-GB" b="0" dirty="0"/>
              <a:t>CLICK TO ADD SUBTITLE (ALL CAPS) </a:t>
            </a:r>
          </a:p>
          <a:p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2DEB7E9-A412-17BE-0D6C-98F1660B82A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68857" y="410824"/>
            <a:ext cx="2510013" cy="171935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BB147D7-0FB2-812B-1C96-0D6F3F5BB548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 r:embed="rId3" cstate="screen">
            <a:alphaModFix amt="8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117976" y="0"/>
            <a:ext cx="5074024" cy="6858000"/>
          </a:xfrm>
          <a:prstGeom prst="rect">
            <a:avLst/>
          </a:prstGeom>
        </p:spPr>
      </p:pic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3C23CFD-1D32-73EA-B187-DF5C88A7567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431047" y="687937"/>
            <a:ext cx="2509837" cy="1148176"/>
          </a:xfrm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003602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85_Custom Layout" preserve="1" userDrawn="1">
  <p:cSld name="full image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21;p2">
            <a:extLst>
              <a:ext uri="{FF2B5EF4-FFF2-40B4-BE49-F238E27FC236}">
                <a16:creationId xmlns:a16="http://schemas.microsoft.com/office/drawing/2014/main" id="{4A011EBE-46E4-7E8E-A1F5-6AFA430BC9FC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766800" y="4264309"/>
            <a:ext cx="5481600" cy="954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2000" rIns="0" bIns="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000" b="0" i="1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 dirty="0"/>
              <a:t>Click to add heading</a:t>
            </a:r>
            <a:endParaRPr dirty="0"/>
          </a:p>
        </p:txBody>
      </p:sp>
      <p:sp>
        <p:nvSpPr>
          <p:cNvPr id="7" name="Google Shape;22;p2">
            <a:extLst>
              <a:ext uri="{FF2B5EF4-FFF2-40B4-BE49-F238E27FC236}">
                <a16:creationId xmlns:a16="http://schemas.microsoft.com/office/drawing/2014/main" id="{3F913A01-59AF-1122-012F-3735F06B9C33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766800" y="5413068"/>
            <a:ext cx="5481600" cy="582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tabLst/>
              <a:defRPr sz="1600" b="0" i="0" cap="none" spc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defRPr>
            </a:lvl1pPr>
            <a:lvl2pPr marL="914400" lvl="1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2000"/>
              <a:buNone/>
              <a:defRPr/>
            </a:lvl2pPr>
            <a:lvl3pPr marL="1371600" lvl="2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800"/>
              <a:buNone/>
              <a:defRPr/>
            </a:lvl3pPr>
            <a:lvl4pPr marL="1828800" lvl="3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600"/>
              <a:buNone/>
              <a:defRPr/>
            </a:lvl4pPr>
            <a:lvl5pPr marL="2286000" lvl="4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tabLst/>
              <a:defRPr/>
            </a:pPr>
            <a:r>
              <a:rPr lang="en-GB" b="0" dirty="0"/>
              <a:t>To change the background on this slide: Right click &gt; Format Background &gt; Picture or texture fill &gt; Insert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8775DCF-0D83-7753-D76B-70EEB5D56EC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1"/>
          </p:nvPr>
        </p:nvSpPr>
        <p:spPr/>
        <p:txBody>
          <a:bodyPr/>
          <a:lstStyle/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C3B08E8-4568-9993-7BB7-F7578516832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2" y="6384010"/>
            <a:ext cx="12192012" cy="473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A6422A-8764-AEE5-8406-DD7EA1B049C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0147413" y="6492875"/>
            <a:ext cx="13190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 b="0" i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Confidential: </a:t>
            </a:r>
            <a:r>
              <a:rPr lang="en-US" sz="1050" b="0" i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nxzen</a:t>
            </a:r>
            <a:endParaRPr lang="en-US" sz="1050" b="0" i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Slide Number Placeholder 8">
            <a:extLst>
              <a:ext uri="{FF2B5EF4-FFF2-40B4-BE49-F238E27FC236}">
                <a16:creationId xmlns:a16="http://schemas.microsoft.com/office/drawing/2014/main" id="{7B039392-B948-3D99-F0E1-19B3487D27B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466414" y="6446533"/>
            <a:ext cx="5381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Picture 12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40339A4E-BCDF-4E38-63D1-6EEE7D5D885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5530" y="6319565"/>
            <a:ext cx="1599638" cy="619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49669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4_Custom Layout" preserve="1" userDrawn="1">
  <p:cSld name="half text/image (+sub) opt 1 - dark">
    <p:bg>
      <p:bgPr>
        <a:solidFill>
          <a:schemeClr val="bg2"/>
        </a:solid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3EB869E-66BE-A61A-9A9B-D2360A6D908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Google Shape;21;p2">
            <a:extLst>
              <a:ext uri="{FF2B5EF4-FFF2-40B4-BE49-F238E27FC236}">
                <a16:creationId xmlns:a16="http://schemas.microsoft.com/office/drawing/2014/main" id="{BD345332-270B-A6C2-D249-7D5D0AB6D1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1977" y="564566"/>
            <a:ext cx="4863002" cy="743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200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500" b="0" i="1" u="none" strike="noStrike" cap="none" dirty="0">
                <a:solidFill>
                  <a:schemeClr val="tx2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" name="Google Shape;22;p2">
            <a:extLst>
              <a:ext uri="{FF2B5EF4-FFF2-40B4-BE49-F238E27FC236}">
                <a16:creationId xmlns:a16="http://schemas.microsoft.com/office/drawing/2014/main" id="{CC209449-50D1-F449-B113-70F812BA0CDE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691978" y="1815736"/>
            <a:ext cx="4863002" cy="41400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b="0" i="0" cap="none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defRPr>
            </a:lvl1pPr>
            <a:lvl2pPr marL="271462" lvl="1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/>
            </a:lvl2pPr>
            <a:lvl3pPr marL="534988" lvl="2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Pts val="1800"/>
              <a:buFont typeface="Arial" panose="020B0604020202020204" pitchFamily="34" charset="0"/>
              <a:buNone/>
              <a:defRPr b="0" spc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828800" lvl="3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600"/>
              <a:buNone/>
              <a:defRPr/>
            </a:lvl4pPr>
            <a:lvl5pPr marL="2286000" lvl="4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 lvl="0"/>
            <a:r>
              <a:rPr lang="en-GB" dirty="0"/>
              <a:t>Calibri, font size 16</a:t>
            </a:r>
          </a:p>
          <a:p>
            <a:pPr lvl="1"/>
            <a:endParaRPr lang="en-GB" dirty="0"/>
          </a:p>
        </p:txBody>
      </p:sp>
      <p:sp>
        <p:nvSpPr>
          <p:cNvPr id="9" name="Google Shape;22;p2">
            <a:extLst>
              <a:ext uri="{FF2B5EF4-FFF2-40B4-BE49-F238E27FC236}">
                <a16:creationId xmlns:a16="http://schemas.microsoft.com/office/drawing/2014/main" id="{523EB6F6-F7A0-9ED2-4715-212FE5B6A4AF}"/>
              </a:ext>
            </a:extLst>
          </p:cNvPr>
          <p:cNvSpPr txBox="1">
            <a:spLocks noGrp="1"/>
          </p:cNvSpPr>
          <p:nvPr>
            <p:ph type="body" idx="14" hasCustomPrompt="1"/>
          </p:nvPr>
        </p:nvSpPr>
        <p:spPr>
          <a:xfrm>
            <a:off x="691977" y="1489843"/>
            <a:ext cx="4863002" cy="261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400" b="1" i="0" cap="none" spc="300">
                <a:solidFill>
                  <a:schemeClr val="accent1"/>
                </a:solidFill>
                <a:latin typeface="Arial Rounded MT Bold" panose="020F0704030504030204" pitchFamily="34" charset="77"/>
                <a:ea typeface="Arial Rounded MT Bold" panose="020F0704030504030204" pitchFamily="34" charset="77"/>
                <a:cs typeface="Calibri" panose="020F0502020204030204" pitchFamily="34" charset="0"/>
                <a:sym typeface="Arial"/>
              </a:defRPr>
            </a:lvl1pPr>
            <a:lvl2pPr marL="914400" lvl="1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2000"/>
              <a:buNone/>
              <a:defRPr/>
            </a:lvl2pPr>
            <a:lvl3pPr marL="1371600" lvl="2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800"/>
              <a:buNone/>
              <a:defRPr/>
            </a:lvl3pPr>
            <a:lvl4pPr marL="1828800" lvl="3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600"/>
              <a:buNone/>
              <a:defRPr/>
            </a:lvl4pPr>
            <a:lvl5pPr marL="2286000" lvl="4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r>
              <a:rPr lang="en-GB" b="0" dirty="0"/>
              <a:t>SUBTITLE, ALL CAPS, SIZE 14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93462997-0B52-CE8D-77F5-42BCADAC27C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89202" y="564566"/>
            <a:ext cx="5410820" cy="5362345"/>
          </a:xfrm>
          <a:prstGeom prst="roundRect">
            <a:avLst>
              <a:gd name="adj" fmla="val 7506"/>
            </a:avLst>
          </a:prstGeom>
        </p:spPr>
        <p:txBody>
          <a:bodyPr/>
          <a:lstStyle>
            <a:lvl1pPr>
              <a:defRPr b="0" i="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Slide Number Placeholder 1">
            <a:extLst>
              <a:ext uri="{FF2B5EF4-FFF2-40B4-BE49-F238E27FC236}">
                <a16:creationId xmlns:a16="http://schemas.microsoft.com/office/drawing/2014/main" id="{254D4816-9437-7AC4-AA6C-B9842D9C07C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466414" y="6446533"/>
            <a:ext cx="5381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4E1E910-ACDD-2A82-E30D-7B1DEA3568A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2" y="6384010"/>
            <a:ext cx="12192012" cy="473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96F9F2C-BC3E-53B4-5277-7C32ED34EC7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0147413" y="6492875"/>
            <a:ext cx="13190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 b="0" i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Confidential: </a:t>
            </a:r>
            <a:r>
              <a:rPr lang="en-US" sz="1050" b="0" i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nxzen</a:t>
            </a:r>
            <a:endParaRPr lang="en-US" sz="1050" b="0" i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Slide Number Placeholder 8">
            <a:extLst>
              <a:ext uri="{FF2B5EF4-FFF2-40B4-BE49-F238E27FC236}">
                <a16:creationId xmlns:a16="http://schemas.microsoft.com/office/drawing/2014/main" id="{F7548C63-6DAD-131F-546D-01BC7242D41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466414" y="6446533"/>
            <a:ext cx="5381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5" name="Picture 14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48ACA1A4-289E-CC60-D872-6BCEE4DB30F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5530" y="6319565"/>
            <a:ext cx="1599638" cy="619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22797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4_Custom Layout" preserve="1" userDrawn="1">
  <p:cSld name="half text/image opt 1 - dark">
    <p:bg>
      <p:bgPr>
        <a:solidFill>
          <a:schemeClr val="bg2"/>
        </a:solid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4A27106-4315-59E6-D8E3-CCB63CEA1BD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Google Shape;21;p2">
            <a:extLst>
              <a:ext uri="{FF2B5EF4-FFF2-40B4-BE49-F238E27FC236}">
                <a16:creationId xmlns:a16="http://schemas.microsoft.com/office/drawing/2014/main" id="{3A3692F7-7FDC-BFE2-7249-FFE8F8FF2E8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1977" y="564566"/>
            <a:ext cx="4863002" cy="743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200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500" b="0" i="1" u="none" strike="noStrike" cap="none" dirty="0">
                <a:solidFill>
                  <a:schemeClr val="tx2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9" name="Google Shape;22;p2">
            <a:extLst>
              <a:ext uri="{FF2B5EF4-FFF2-40B4-BE49-F238E27FC236}">
                <a16:creationId xmlns:a16="http://schemas.microsoft.com/office/drawing/2014/main" id="{6E37217C-894A-98FD-9479-1E7CD1AD4284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691978" y="1489843"/>
            <a:ext cx="4863002" cy="4465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b="0" i="0" cap="none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defRPr>
            </a:lvl1pPr>
            <a:lvl2pPr marL="271462" lvl="1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/>
            </a:lvl2pPr>
            <a:lvl3pPr marL="534988" lvl="2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Pts val="1800"/>
              <a:buFont typeface="Arial" panose="020B0604020202020204" pitchFamily="34" charset="0"/>
              <a:buNone/>
              <a:defRPr b="0" spc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828800" lvl="3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600"/>
              <a:buNone/>
              <a:defRPr/>
            </a:lvl4pPr>
            <a:lvl5pPr marL="2286000" lvl="4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 lvl="0"/>
            <a:r>
              <a:rPr lang="en-GB" dirty="0"/>
              <a:t>Calibri, font size 16</a:t>
            </a:r>
          </a:p>
          <a:p>
            <a:pPr lvl="1"/>
            <a:endParaRPr lang="en-GB" dirty="0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F80FB454-4B05-9A76-72C7-A6888990475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89202" y="564566"/>
            <a:ext cx="5410820" cy="5362345"/>
          </a:xfrm>
          <a:prstGeom prst="roundRect">
            <a:avLst>
              <a:gd name="adj" fmla="val 7506"/>
            </a:avLst>
          </a:prstGeom>
        </p:spPr>
        <p:txBody>
          <a:bodyPr/>
          <a:lstStyle>
            <a:lvl1pPr>
              <a:defRPr b="0" i="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FEF9F537-ACD0-0B6C-C57C-F97B2AF2FE3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466414" y="6446533"/>
            <a:ext cx="5381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2CB07FF3-3D6C-BEF6-C39F-4BA8BC7E230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466414" y="6446533"/>
            <a:ext cx="5381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B9C520F-20EE-A0A0-82FA-8D5D54CEBA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2" y="6384010"/>
            <a:ext cx="12192012" cy="473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4AB320-AB6B-F638-2506-4E3570E174B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0147413" y="6492875"/>
            <a:ext cx="13190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 b="0" i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Confidential: </a:t>
            </a:r>
            <a:r>
              <a:rPr lang="en-US" sz="1050" b="0" i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nxzen</a:t>
            </a:r>
            <a:endParaRPr lang="en-US" sz="1050" b="0" i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Slide Number Placeholder 8">
            <a:extLst>
              <a:ext uri="{FF2B5EF4-FFF2-40B4-BE49-F238E27FC236}">
                <a16:creationId xmlns:a16="http://schemas.microsoft.com/office/drawing/2014/main" id="{FBC817A8-679B-B37F-FB84-1166D311E34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466414" y="6446533"/>
            <a:ext cx="5381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6" name="Picture 15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8C5AC285-3A71-09D6-764A-A03F781D70A4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5530" y="6319565"/>
            <a:ext cx="1599638" cy="619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81730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4_Custom Layout" preserve="1" userDrawn="1">
  <p:cSld name="half text/image (+sub) opt 2 - dark">
    <p:bg>
      <p:bgPr>
        <a:solidFill>
          <a:schemeClr val="bg2"/>
        </a:solid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345EDBE5-D3B6-C005-3CCF-A6931435583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5180" y="560174"/>
            <a:ext cx="5410820" cy="5362345"/>
          </a:xfrm>
          <a:prstGeom prst="roundRect">
            <a:avLst>
              <a:gd name="adj" fmla="val 7506"/>
            </a:avLst>
          </a:prstGeom>
        </p:spPr>
        <p:txBody>
          <a:bodyPr/>
          <a:lstStyle>
            <a:lvl1pPr>
              <a:defRPr b="0" i="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Google Shape;22;p2">
            <a:extLst>
              <a:ext uri="{FF2B5EF4-FFF2-40B4-BE49-F238E27FC236}">
                <a16:creationId xmlns:a16="http://schemas.microsoft.com/office/drawing/2014/main" id="{0FF97802-DC41-A0D7-4B07-658D4DC3B847}"/>
              </a:ext>
            </a:extLst>
          </p:cNvPr>
          <p:cNvSpPr txBox="1">
            <a:spLocks noGrp="1"/>
          </p:cNvSpPr>
          <p:nvPr>
            <p:ph type="body" idx="14" hasCustomPrompt="1"/>
          </p:nvPr>
        </p:nvSpPr>
        <p:spPr>
          <a:xfrm>
            <a:off x="6647933" y="1488615"/>
            <a:ext cx="4858885" cy="261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400" b="1" i="0" cap="none" spc="300">
                <a:solidFill>
                  <a:schemeClr val="accent1"/>
                </a:solidFill>
                <a:latin typeface="Arial Rounded MT Bold" panose="020F0704030504030204" pitchFamily="34" charset="77"/>
                <a:ea typeface="Arial Rounded MT Bold" panose="020F0704030504030204" pitchFamily="34" charset="77"/>
                <a:cs typeface="Calibri" panose="020F0502020204030204" pitchFamily="34" charset="0"/>
                <a:sym typeface="Arial"/>
              </a:defRPr>
            </a:lvl1pPr>
            <a:lvl2pPr marL="914400" lvl="1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2000"/>
              <a:buNone/>
              <a:defRPr/>
            </a:lvl2pPr>
            <a:lvl3pPr marL="1371600" lvl="2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800"/>
              <a:buNone/>
              <a:defRPr/>
            </a:lvl3pPr>
            <a:lvl4pPr marL="1828800" lvl="3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600"/>
              <a:buNone/>
              <a:defRPr/>
            </a:lvl4pPr>
            <a:lvl5pPr marL="2286000" lvl="4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r>
              <a:rPr lang="en-GB" b="0" dirty="0"/>
              <a:t>SUBTITLE, ALL CAPS, SIZE 14</a:t>
            </a:r>
          </a:p>
        </p:txBody>
      </p:sp>
      <p:sp>
        <p:nvSpPr>
          <p:cNvPr id="9" name="Google Shape;21;p2">
            <a:extLst>
              <a:ext uri="{FF2B5EF4-FFF2-40B4-BE49-F238E27FC236}">
                <a16:creationId xmlns:a16="http://schemas.microsoft.com/office/drawing/2014/main" id="{32252E36-15E0-F65D-46A9-DF46927E7E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647933" y="560174"/>
            <a:ext cx="4858885" cy="743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200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500" b="0" i="1" u="none" strike="noStrike" cap="none" dirty="0">
                <a:solidFill>
                  <a:schemeClr val="tx2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0236247A-1BF0-4260-07ED-A565D19AD32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6"/>
          </p:nvPr>
        </p:nvSpPr>
        <p:spPr>
          <a:xfrm>
            <a:off x="11466414" y="6446533"/>
            <a:ext cx="538121" cy="365125"/>
          </a:xfrm>
        </p:spPr>
        <p:txBody>
          <a:bodyPr/>
          <a:lstStyle/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Slide Number Placeholder 1">
            <a:extLst>
              <a:ext uri="{FF2B5EF4-FFF2-40B4-BE49-F238E27FC236}">
                <a16:creationId xmlns:a16="http://schemas.microsoft.com/office/drawing/2014/main" id="{8A2E636D-BFBF-3686-A62C-DD84C0F05B2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466414" y="6446533"/>
            <a:ext cx="5381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F2EFDBB-E34E-1B9E-3B23-5488EE6768D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2" y="6384010"/>
            <a:ext cx="12192012" cy="473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2A7BF90-7506-D661-D63B-D7EED34259C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0147413" y="6492875"/>
            <a:ext cx="13190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 b="0" i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Confidential: </a:t>
            </a:r>
            <a:r>
              <a:rPr lang="en-US" sz="1050" b="0" i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nxzen</a:t>
            </a:r>
            <a:endParaRPr lang="en-US" sz="1050" b="0" i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Slide Number Placeholder 8">
            <a:extLst>
              <a:ext uri="{FF2B5EF4-FFF2-40B4-BE49-F238E27FC236}">
                <a16:creationId xmlns:a16="http://schemas.microsoft.com/office/drawing/2014/main" id="{24358D3D-B604-D07C-7AFE-56A1AB2A826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466414" y="6446533"/>
            <a:ext cx="5381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0" name="Picture 19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67BA2C9E-2106-2F44-9EE3-E7C7AB1437A9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5530" y="6319565"/>
            <a:ext cx="1599638" cy="619059"/>
          </a:xfrm>
          <a:prstGeom prst="rect">
            <a:avLst/>
          </a:prstGeom>
        </p:spPr>
      </p:pic>
      <p:sp>
        <p:nvSpPr>
          <p:cNvPr id="3" name="Google Shape;22;p2">
            <a:extLst>
              <a:ext uri="{FF2B5EF4-FFF2-40B4-BE49-F238E27FC236}">
                <a16:creationId xmlns:a16="http://schemas.microsoft.com/office/drawing/2014/main" id="{84C95720-623B-93B0-79F3-BA8F211B86F7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6643818" y="1814508"/>
            <a:ext cx="4863002" cy="41400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b="0" i="0" cap="none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defRPr>
            </a:lvl1pPr>
            <a:lvl2pPr marL="271462" lvl="1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/>
            </a:lvl2pPr>
            <a:lvl3pPr marL="534988" lvl="2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Pts val="1800"/>
              <a:buFont typeface="Arial" panose="020B0604020202020204" pitchFamily="34" charset="0"/>
              <a:buNone/>
              <a:defRPr b="0" spc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828800" lvl="3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600"/>
              <a:buNone/>
              <a:defRPr/>
            </a:lvl4pPr>
            <a:lvl5pPr marL="2286000" lvl="4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 lvl="0"/>
            <a:r>
              <a:rPr lang="en-GB" dirty="0"/>
              <a:t>Calibri, font size 16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6612364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4_Custom Layout" preserve="1" userDrawn="1">
  <p:cSld name="half text/image opt 2 - dark">
    <p:bg>
      <p:bgPr>
        <a:solidFill>
          <a:schemeClr val="bg2"/>
        </a:solid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CB996F-B786-F69F-5BC1-6E903FC5600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6"/>
          </p:nvPr>
        </p:nvSpPr>
        <p:spPr/>
        <p:txBody>
          <a:bodyPr/>
          <a:lstStyle/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Google Shape;21;p2">
            <a:extLst>
              <a:ext uri="{FF2B5EF4-FFF2-40B4-BE49-F238E27FC236}">
                <a16:creationId xmlns:a16="http://schemas.microsoft.com/office/drawing/2014/main" id="{21B3C71E-A8EF-1394-8643-8DF5EA128E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643817" y="560174"/>
            <a:ext cx="4863002" cy="743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200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500" b="0" i="1" u="none" strike="noStrike" cap="none" dirty="0">
                <a:solidFill>
                  <a:schemeClr val="tx2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8ACF822C-85EF-7815-AD14-C24BF6F98C8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5180" y="560174"/>
            <a:ext cx="5410820" cy="5362345"/>
          </a:xfrm>
          <a:prstGeom prst="roundRect">
            <a:avLst>
              <a:gd name="adj" fmla="val 7506"/>
            </a:avLst>
          </a:prstGeom>
        </p:spPr>
        <p:txBody>
          <a:bodyPr/>
          <a:lstStyle>
            <a:lvl1pPr>
              <a:defRPr b="0" i="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55D681CE-10E1-2009-A917-73722D7DB84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466414" y="6446533"/>
            <a:ext cx="5381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FB4A6F4-09F6-0E4A-DA87-52B73D3D43A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2" y="6384010"/>
            <a:ext cx="12192012" cy="473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D6F0CF8-E627-288E-2F8F-E332BFE897A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0147413" y="6492875"/>
            <a:ext cx="13190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 b="0" i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Confidential: </a:t>
            </a:r>
            <a:r>
              <a:rPr lang="en-US" sz="1050" b="0" i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nxzen</a:t>
            </a:r>
            <a:endParaRPr lang="en-US" sz="1050" b="0" i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Slide Number Placeholder 8">
            <a:extLst>
              <a:ext uri="{FF2B5EF4-FFF2-40B4-BE49-F238E27FC236}">
                <a16:creationId xmlns:a16="http://schemas.microsoft.com/office/drawing/2014/main" id="{985AA54C-5FBD-0350-3DDD-B1AB2B41B2E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466414" y="6446533"/>
            <a:ext cx="5381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Picture 12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52F57DAA-805B-180F-40D8-308E8BD5334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5530" y="6319565"/>
            <a:ext cx="1599638" cy="619059"/>
          </a:xfrm>
          <a:prstGeom prst="rect">
            <a:avLst/>
          </a:prstGeom>
        </p:spPr>
      </p:pic>
      <p:sp>
        <p:nvSpPr>
          <p:cNvPr id="2" name="Google Shape;22;p2">
            <a:extLst>
              <a:ext uri="{FF2B5EF4-FFF2-40B4-BE49-F238E27FC236}">
                <a16:creationId xmlns:a16="http://schemas.microsoft.com/office/drawing/2014/main" id="{D1FC1A47-AB9E-82DA-CF80-02DBF71E6F12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6643818" y="1488615"/>
            <a:ext cx="4863002" cy="4465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b="0" i="0" cap="none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defRPr>
            </a:lvl1pPr>
            <a:lvl2pPr marL="271462" lvl="1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/>
            </a:lvl2pPr>
            <a:lvl3pPr marL="534988" lvl="2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Pts val="1800"/>
              <a:buFont typeface="Arial" panose="020B0604020202020204" pitchFamily="34" charset="0"/>
              <a:buNone/>
              <a:defRPr b="0" spc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828800" lvl="3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600"/>
              <a:buNone/>
              <a:defRPr/>
            </a:lvl4pPr>
            <a:lvl5pPr marL="2286000" lvl="4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 lvl="0"/>
            <a:r>
              <a:rPr lang="en-GB" dirty="0"/>
              <a:t>Calibri, font size 16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0218926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4_Custom Layout" preserve="1" userDrawn="1">
  <p:cSld name="2/3 text/image (+sub) opt 1 - dark">
    <p:bg>
      <p:bgPr>
        <a:solidFill>
          <a:schemeClr val="bg2"/>
        </a:solid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674F71-210F-72AC-C235-FC5364E2C74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20223" y="564566"/>
            <a:ext cx="3479800" cy="5391173"/>
          </a:xfrm>
          <a:prstGeom prst="roundRect">
            <a:avLst>
              <a:gd name="adj" fmla="val 7506"/>
            </a:avLst>
          </a:prstGeom>
        </p:spPr>
        <p:txBody>
          <a:bodyPr/>
          <a:lstStyle>
            <a:lvl1pPr>
              <a:defRPr b="0" i="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4D34437-643E-D10B-F7CB-E42E4A5179D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5"/>
          </p:nvPr>
        </p:nvSpPr>
        <p:spPr/>
        <p:txBody>
          <a:bodyPr/>
          <a:lstStyle/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B594BC9-8F97-B4C3-9008-E76B6E0CBFF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2" y="6384010"/>
            <a:ext cx="12192012" cy="473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C5702A-B055-4DE6-52E7-AC1F41E7707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0147413" y="6492875"/>
            <a:ext cx="13190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 b="0" i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Confidential: </a:t>
            </a:r>
            <a:r>
              <a:rPr lang="en-US" sz="1050" b="0" i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nxzen</a:t>
            </a:r>
            <a:endParaRPr lang="en-US" sz="1050" b="0" i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Slide Number Placeholder 8">
            <a:extLst>
              <a:ext uri="{FF2B5EF4-FFF2-40B4-BE49-F238E27FC236}">
                <a16:creationId xmlns:a16="http://schemas.microsoft.com/office/drawing/2014/main" id="{19BE27A8-5E7F-E110-7E3B-5E6D6FA0957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466414" y="6446533"/>
            <a:ext cx="5381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Picture 9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D53DD630-87B8-E170-6B49-3F1D8A84145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5530" y="6319565"/>
            <a:ext cx="1599638" cy="619059"/>
          </a:xfrm>
          <a:prstGeom prst="rect">
            <a:avLst/>
          </a:prstGeom>
        </p:spPr>
      </p:pic>
      <p:sp>
        <p:nvSpPr>
          <p:cNvPr id="14" name="Google Shape;21;p2">
            <a:extLst>
              <a:ext uri="{FF2B5EF4-FFF2-40B4-BE49-F238E27FC236}">
                <a16:creationId xmlns:a16="http://schemas.microsoft.com/office/drawing/2014/main" id="{4A9C1788-7F7C-73EB-2ADF-8CE50039ECF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1976" y="564566"/>
            <a:ext cx="6763265" cy="743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200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500" b="0" i="1" u="none" strike="noStrike" cap="none" dirty="0">
                <a:solidFill>
                  <a:schemeClr val="tx2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6" name="Google Shape;22;p2">
            <a:extLst>
              <a:ext uri="{FF2B5EF4-FFF2-40B4-BE49-F238E27FC236}">
                <a16:creationId xmlns:a16="http://schemas.microsoft.com/office/drawing/2014/main" id="{A4BED0FA-D7A4-3A3A-559B-410F4F8F7E1C}"/>
              </a:ext>
            </a:extLst>
          </p:cNvPr>
          <p:cNvSpPr txBox="1">
            <a:spLocks noGrp="1"/>
          </p:cNvSpPr>
          <p:nvPr>
            <p:ph type="body" idx="14" hasCustomPrompt="1"/>
          </p:nvPr>
        </p:nvSpPr>
        <p:spPr>
          <a:xfrm>
            <a:off x="691976" y="1489843"/>
            <a:ext cx="6763265" cy="261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400" b="1" i="0" cap="none" spc="300">
                <a:solidFill>
                  <a:schemeClr val="accent1"/>
                </a:solidFill>
                <a:latin typeface="Arial Rounded MT Bold" panose="020F0704030504030204" pitchFamily="34" charset="77"/>
                <a:ea typeface="Arial Rounded MT Bold" panose="020F0704030504030204" pitchFamily="34" charset="77"/>
                <a:cs typeface="Calibri" panose="020F0502020204030204" pitchFamily="34" charset="0"/>
                <a:sym typeface="Arial"/>
              </a:defRPr>
            </a:lvl1pPr>
            <a:lvl2pPr marL="914400" lvl="1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2000"/>
              <a:buNone/>
              <a:defRPr/>
            </a:lvl2pPr>
            <a:lvl3pPr marL="1371600" lvl="2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800"/>
              <a:buNone/>
              <a:defRPr/>
            </a:lvl3pPr>
            <a:lvl4pPr marL="1828800" lvl="3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600"/>
              <a:buNone/>
              <a:defRPr/>
            </a:lvl4pPr>
            <a:lvl5pPr marL="2286000" lvl="4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r>
              <a:rPr lang="en-GB" b="0" dirty="0"/>
              <a:t>SUBTITLE, ALL CAPS, SIZE 14</a:t>
            </a:r>
          </a:p>
        </p:txBody>
      </p:sp>
      <p:sp>
        <p:nvSpPr>
          <p:cNvPr id="5" name="Google Shape;22;p2">
            <a:extLst>
              <a:ext uri="{FF2B5EF4-FFF2-40B4-BE49-F238E27FC236}">
                <a16:creationId xmlns:a16="http://schemas.microsoft.com/office/drawing/2014/main" id="{771D3377-A398-93AA-DE33-DDD0E728E010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691977" y="1815736"/>
            <a:ext cx="6763263" cy="41400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b="0" i="0" cap="none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defRPr>
            </a:lvl1pPr>
            <a:lvl2pPr marL="271462" lvl="1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/>
            </a:lvl2pPr>
            <a:lvl3pPr marL="534988" lvl="2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Pts val="1800"/>
              <a:buFont typeface="Arial" panose="020B0604020202020204" pitchFamily="34" charset="0"/>
              <a:buNone/>
              <a:defRPr b="0" spc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828800" lvl="3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600"/>
              <a:buNone/>
              <a:defRPr/>
            </a:lvl4pPr>
            <a:lvl5pPr marL="2286000" lvl="4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 lvl="0"/>
            <a:r>
              <a:rPr lang="en-GB" dirty="0"/>
              <a:t>Calibri, font size 16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4242808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4_Custom Layout" preserve="1" userDrawn="1">
  <p:cSld name="2/3 text/image opt 1 - dark">
    <p:bg>
      <p:bgPr>
        <a:solidFill>
          <a:schemeClr val="bg2"/>
        </a:solid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9EEFA49-9820-94E9-C4CD-26D623DB86C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4"/>
          </p:nvPr>
        </p:nvSpPr>
        <p:spPr/>
        <p:txBody>
          <a:bodyPr/>
          <a:lstStyle/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216E6F1-69EB-37DE-9564-6B1506C3991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2" y="6384010"/>
            <a:ext cx="12192012" cy="473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92E070-5B49-4F08-6640-758EAC82091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0147413" y="6492875"/>
            <a:ext cx="13190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 b="0" i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Confidential: </a:t>
            </a:r>
            <a:r>
              <a:rPr lang="en-US" sz="1050" b="0" i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nxzen</a:t>
            </a:r>
            <a:endParaRPr lang="en-US" sz="1050" b="0" i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Slide Number Placeholder 8">
            <a:extLst>
              <a:ext uri="{FF2B5EF4-FFF2-40B4-BE49-F238E27FC236}">
                <a16:creationId xmlns:a16="http://schemas.microsoft.com/office/drawing/2014/main" id="{0F6B3C54-1D00-02FD-3959-DCC8B999300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466414" y="6446533"/>
            <a:ext cx="5381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Picture 8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B27556FB-F406-409A-6698-648A1FFB4BF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5530" y="6319565"/>
            <a:ext cx="1599638" cy="619059"/>
          </a:xfrm>
          <a:prstGeom prst="rect">
            <a:avLst/>
          </a:prstGeom>
        </p:spPr>
      </p:pic>
      <p:sp>
        <p:nvSpPr>
          <p:cNvPr id="12" name="Google Shape;21;p2">
            <a:extLst>
              <a:ext uri="{FF2B5EF4-FFF2-40B4-BE49-F238E27FC236}">
                <a16:creationId xmlns:a16="http://schemas.microsoft.com/office/drawing/2014/main" id="{7C2EA373-9A34-CE93-DB97-CCA062CCCC2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1976" y="564566"/>
            <a:ext cx="6771503" cy="743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200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500" b="0" i="1" u="none" strike="noStrike" cap="none" dirty="0">
                <a:solidFill>
                  <a:schemeClr val="tx2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0915E9DF-544A-BAE6-675A-161C93232C7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20223" y="564566"/>
            <a:ext cx="3479800" cy="5391173"/>
          </a:xfrm>
          <a:prstGeom prst="roundRect">
            <a:avLst>
              <a:gd name="adj" fmla="val 7506"/>
            </a:avLst>
          </a:prstGeom>
        </p:spPr>
        <p:txBody>
          <a:bodyPr/>
          <a:lstStyle>
            <a:lvl1pPr>
              <a:defRPr b="0" i="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Google Shape;22;p2">
            <a:extLst>
              <a:ext uri="{FF2B5EF4-FFF2-40B4-BE49-F238E27FC236}">
                <a16:creationId xmlns:a16="http://schemas.microsoft.com/office/drawing/2014/main" id="{5EDBE667-041F-5FB2-D637-7225FABB6D49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691977" y="1489843"/>
            <a:ext cx="6771501" cy="4465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b="0" i="0" cap="none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defRPr>
            </a:lvl1pPr>
            <a:lvl2pPr marL="271462" lvl="1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/>
            </a:lvl2pPr>
            <a:lvl3pPr marL="534988" lvl="2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Pts val="1800"/>
              <a:buFont typeface="Arial" panose="020B0604020202020204" pitchFamily="34" charset="0"/>
              <a:buNone/>
              <a:defRPr b="0" spc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828800" lvl="3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600"/>
              <a:buNone/>
              <a:defRPr/>
            </a:lvl4pPr>
            <a:lvl5pPr marL="2286000" lvl="4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 lvl="0"/>
            <a:r>
              <a:rPr lang="en-GB" dirty="0"/>
              <a:t>Calibri, font size 16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2402218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4_Custom Layout" preserve="1" userDrawn="1">
  <p:cSld name="2/3 text/image (+sub) opt 2 - dark">
    <p:bg>
      <p:bgPr>
        <a:solidFill>
          <a:schemeClr val="bg2"/>
        </a:solid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9166918-12D6-A90B-85FF-1A2B942179E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5"/>
          </p:nvPr>
        </p:nvSpPr>
        <p:spPr/>
        <p:txBody>
          <a:bodyPr/>
          <a:lstStyle/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Google Shape;22;p2">
            <a:extLst>
              <a:ext uri="{FF2B5EF4-FFF2-40B4-BE49-F238E27FC236}">
                <a16:creationId xmlns:a16="http://schemas.microsoft.com/office/drawing/2014/main" id="{0BAAB22C-D1E4-DF5B-0A37-57F1D095BC17}"/>
              </a:ext>
            </a:extLst>
          </p:cNvPr>
          <p:cNvSpPr txBox="1">
            <a:spLocks noGrp="1"/>
          </p:cNvSpPr>
          <p:nvPr>
            <p:ph type="body" idx="14" hasCustomPrompt="1"/>
          </p:nvPr>
        </p:nvSpPr>
        <p:spPr>
          <a:xfrm>
            <a:off x="4753231" y="1488615"/>
            <a:ext cx="6753588" cy="261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400" b="1" i="0" cap="none" spc="300">
                <a:solidFill>
                  <a:schemeClr val="accent1"/>
                </a:solidFill>
                <a:latin typeface="Arial Rounded MT Bold" panose="020F0704030504030204" pitchFamily="34" charset="77"/>
                <a:ea typeface="Arial Rounded MT Bold" panose="020F0704030504030204" pitchFamily="34" charset="77"/>
                <a:cs typeface="Calibri" panose="020F0502020204030204" pitchFamily="34" charset="0"/>
                <a:sym typeface="Arial"/>
              </a:defRPr>
            </a:lvl1pPr>
            <a:lvl2pPr marL="914400" lvl="1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2000"/>
              <a:buNone/>
              <a:defRPr/>
            </a:lvl2pPr>
            <a:lvl3pPr marL="1371600" lvl="2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800"/>
              <a:buNone/>
              <a:defRPr/>
            </a:lvl3pPr>
            <a:lvl4pPr marL="1828800" lvl="3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600"/>
              <a:buNone/>
              <a:defRPr/>
            </a:lvl4pPr>
            <a:lvl5pPr marL="2286000" lvl="4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r>
              <a:rPr lang="en-GB" b="0" dirty="0"/>
              <a:t>SUBTITLE, ALL CAPS, SIZE 14</a:t>
            </a:r>
          </a:p>
        </p:txBody>
      </p:sp>
      <p:sp>
        <p:nvSpPr>
          <p:cNvPr id="8" name="Google Shape;21;p2">
            <a:extLst>
              <a:ext uri="{FF2B5EF4-FFF2-40B4-BE49-F238E27FC236}">
                <a16:creationId xmlns:a16="http://schemas.microsoft.com/office/drawing/2014/main" id="{049E6D31-4008-DD60-0EB4-C22955080AD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753231" y="560174"/>
            <a:ext cx="6753588" cy="743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200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500" b="0" i="1" u="none" strike="noStrike" cap="none" dirty="0">
                <a:solidFill>
                  <a:schemeClr val="tx2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9BF96044-5014-9E6B-2659-51B3D3027DD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5180" y="560174"/>
            <a:ext cx="3479800" cy="5391173"/>
          </a:xfrm>
          <a:prstGeom prst="roundRect">
            <a:avLst>
              <a:gd name="adj" fmla="val 7506"/>
            </a:avLst>
          </a:prstGeom>
        </p:spPr>
        <p:txBody>
          <a:bodyPr/>
          <a:lstStyle>
            <a:lvl1pPr>
              <a:defRPr b="0" i="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Slide Number Placeholder 1">
            <a:extLst>
              <a:ext uri="{FF2B5EF4-FFF2-40B4-BE49-F238E27FC236}">
                <a16:creationId xmlns:a16="http://schemas.microsoft.com/office/drawing/2014/main" id="{BD4C46A4-BE44-3AD3-8D76-481D38AA73B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466414" y="6446533"/>
            <a:ext cx="5381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820664D-439B-6DC4-DDBC-FC5EAC3A402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2" y="6384010"/>
            <a:ext cx="12192012" cy="473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9FD8EEF-14D3-55E4-AAD8-CFDE05D4D8B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0147413" y="6492875"/>
            <a:ext cx="13190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 b="0" i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Confidential: </a:t>
            </a:r>
            <a:r>
              <a:rPr lang="en-US" sz="1050" b="0" i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nxzen</a:t>
            </a:r>
            <a:endParaRPr lang="en-US" sz="1050" b="0" i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Slide Number Placeholder 8">
            <a:extLst>
              <a:ext uri="{FF2B5EF4-FFF2-40B4-BE49-F238E27FC236}">
                <a16:creationId xmlns:a16="http://schemas.microsoft.com/office/drawing/2014/main" id="{3415036B-4B72-8949-ED2F-572C7C4C8F6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466414" y="6446533"/>
            <a:ext cx="5381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5" name="Picture 14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88CDEE70-499A-9E17-F470-43AB120B5EF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5530" y="6319565"/>
            <a:ext cx="1599638" cy="619059"/>
          </a:xfrm>
          <a:prstGeom prst="rect">
            <a:avLst/>
          </a:prstGeom>
        </p:spPr>
      </p:pic>
      <p:sp>
        <p:nvSpPr>
          <p:cNvPr id="3" name="Google Shape;22;p2">
            <a:extLst>
              <a:ext uri="{FF2B5EF4-FFF2-40B4-BE49-F238E27FC236}">
                <a16:creationId xmlns:a16="http://schemas.microsoft.com/office/drawing/2014/main" id="{5DA5C5D7-CE69-D247-4CF1-55C732488830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4753231" y="1814508"/>
            <a:ext cx="6753589" cy="41400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b="0" i="0" cap="none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defRPr>
            </a:lvl1pPr>
            <a:lvl2pPr marL="271462" lvl="1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/>
            </a:lvl2pPr>
            <a:lvl3pPr marL="534988" lvl="2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Pts val="1800"/>
              <a:buFont typeface="Arial" panose="020B0604020202020204" pitchFamily="34" charset="0"/>
              <a:buNone/>
              <a:defRPr b="0" spc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828800" lvl="3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600"/>
              <a:buNone/>
              <a:defRPr/>
            </a:lvl4pPr>
            <a:lvl5pPr marL="2286000" lvl="4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 lvl="0"/>
            <a:r>
              <a:rPr lang="en-GB" dirty="0"/>
              <a:t>Calibri, font size 16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7016457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4_Custom Layout" preserve="1" userDrawn="1">
  <p:cSld name="2/3 text/image opt 2 - dark">
    <p:bg>
      <p:bgPr>
        <a:solidFill>
          <a:schemeClr val="bg2"/>
        </a:solid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DF8C39F-646B-8F11-753A-45B2A072AF8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4"/>
          </p:nvPr>
        </p:nvSpPr>
        <p:spPr/>
        <p:txBody>
          <a:bodyPr/>
          <a:lstStyle/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Google Shape;21;p2">
            <a:extLst>
              <a:ext uri="{FF2B5EF4-FFF2-40B4-BE49-F238E27FC236}">
                <a16:creationId xmlns:a16="http://schemas.microsoft.com/office/drawing/2014/main" id="{1D230128-03BD-226A-3BBC-9D285D1A90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753231" y="560174"/>
            <a:ext cx="6753588" cy="743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200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500" b="0" i="1" u="none" strike="noStrike" cap="none" dirty="0">
                <a:solidFill>
                  <a:schemeClr val="tx2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5EA16C4A-09EA-07CF-49B3-41106B2DAA3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5180" y="560174"/>
            <a:ext cx="3479800" cy="5391173"/>
          </a:xfrm>
          <a:prstGeom prst="roundRect">
            <a:avLst>
              <a:gd name="adj" fmla="val 7506"/>
            </a:avLst>
          </a:prstGeom>
        </p:spPr>
        <p:txBody>
          <a:bodyPr/>
          <a:lstStyle>
            <a:lvl1pPr>
              <a:defRPr b="0" i="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6ADFC286-2F6E-BA6B-8291-FDBE7D29214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466414" y="6446533"/>
            <a:ext cx="5381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DC35FB8-4F78-8704-138C-E5B5AC3C4F6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2" y="6384010"/>
            <a:ext cx="12192012" cy="473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868926-099C-F0D2-365F-1E3B6091B5E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0147413" y="6492875"/>
            <a:ext cx="13190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 b="0" i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Confidential: </a:t>
            </a:r>
            <a:r>
              <a:rPr lang="en-US" sz="1050" b="0" i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nxzen</a:t>
            </a:r>
            <a:endParaRPr lang="en-US" sz="1050" b="0" i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Slide Number Placeholder 8">
            <a:extLst>
              <a:ext uri="{FF2B5EF4-FFF2-40B4-BE49-F238E27FC236}">
                <a16:creationId xmlns:a16="http://schemas.microsoft.com/office/drawing/2014/main" id="{D32158E5-E3D5-AF03-BE44-26DDCD31D92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466414" y="6446533"/>
            <a:ext cx="5381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Picture 12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EB7260E1-7FC1-DDA8-EACA-559D3538936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5530" y="6319565"/>
            <a:ext cx="1599638" cy="619059"/>
          </a:xfrm>
          <a:prstGeom prst="rect">
            <a:avLst/>
          </a:prstGeom>
        </p:spPr>
      </p:pic>
      <p:sp>
        <p:nvSpPr>
          <p:cNvPr id="3" name="Google Shape;22;p2">
            <a:extLst>
              <a:ext uri="{FF2B5EF4-FFF2-40B4-BE49-F238E27FC236}">
                <a16:creationId xmlns:a16="http://schemas.microsoft.com/office/drawing/2014/main" id="{281BD284-29F5-24BF-7A9A-D010558C5E00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4753231" y="1488615"/>
            <a:ext cx="6753589" cy="4465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b="0" i="0" cap="none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defRPr>
            </a:lvl1pPr>
            <a:lvl2pPr marL="271462" lvl="1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/>
            </a:lvl2pPr>
            <a:lvl3pPr marL="534988" lvl="2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Pts val="1800"/>
              <a:buFont typeface="Arial" panose="020B0604020202020204" pitchFamily="34" charset="0"/>
              <a:buNone/>
              <a:defRPr b="0" spc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828800" lvl="3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600"/>
              <a:buNone/>
              <a:defRPr/>
            </a:lvl4pPr>
            <a:lvl5pPr marL="2286000" lvl="4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 lvl="0"/>
            <a:r>
              <a:rPr lang="en-GB" dirty="0"/>
              <a:t>Calibri, font size 16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6878752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4_Custom Layout" preserve="1" userDrawn="1">
  <p:cSld name="half text/smart art (+sub) opt 1 - dark">
    <p:bg>
      <p:bgPr>
        <a:solidFill>
          <a:schemeClr val="bg2"/>
        </a:solid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3167092-92FC-A56A-0C25-FD134773C4D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5"/>
          </p:nvPr>
        </p:nvSpPr>
        <p:spPr/>
        <p:txBody>
          <a:bodyPr/>
          <a:lstStyle/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5059A71-1624-522C-8452-10B20427777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2" y="6384010"/>
            <a:ext cx="12192012" cy="473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CBF12E-8AA7-AABC-E302-7B257D69CB9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0147413" y="6492875"/>
            <a:ext cx="13190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 b="0" i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Confidential: </a:t>
            </a:r>
            <a:r>
              <a:rPr lang="en-US" sz="1050" b="0" i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nxzen</a:t>
            </a:r>
            <a:endParaRPr lang="en-US" sz="1050" b="0" i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D4FE87D4-90D8-3CB7-0032-4EFD8BD19F8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466414" y="6446533"/>
            <a:ext cx="5381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Picture 9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CD481457-9B9F-2FBA-19BF-117C1EEA246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5530" y="6319565"/>
            <a:ext cx="1599638" cy="619059"/>
          </a:xfrm>
          <a:prstGeom prst="rect">
            <a:avLst/>
          </a:prstGeom>
        </p:spPr>
      </p:pic>
      <p:sp>
        <p:nvSpPr>
          <p:cNvPr id="11" name="Google Shape;21;p2">
            <a:extLst>
              <a:ext uri="{FF2B5EF4-FFF2-40B4-BE49-F238E27FC236}">
                <a16:creationId xmlns:a16="http://schemas.microsoft.com/office/drawing/2014/main" id="{7C83F3CD-D0E4-1DD4-27FA-828D17375C8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1977" y="564566"/>
            <a:ext cx="4863002" cy="743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200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500" b="0" i="1" u="none" strike="noStrike" cap="none" dirty="0">
                <a:solidFill>
                  <a:schemeClr val="tx2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2" name="Google Shape;22;p2">
            <a:extLst>
              <a:ext uri="{FF2B5EF4-FFF2-40B4-BE49-F238E27FC236}">
                <a16:creationId xmlns:a16="http://schemas.microsoft.com/office/drawing/2014/main" id="{67BA02F7-47ED-AB1C-0364-6B6696AEFB16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691978" y="1815736"/>
            <a:ext cx="4863002" cy="41400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b="0" i="0" cap="none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defRPr>
            </a:lvl1pPr>
            <a:lvl2pPr marL="271462" lvl="1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/>
            </a:lvl2pPr>
            <a:lvl3pPr marL="534988" lvl="2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Pts val="1800"/>
              <a:buFont typeface="Arial" panose="020B0604020202020204" pitchFamily="34" charset="0"/>
              <a:buNone/>
              <a:defRPr b="0" spc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828800" lvl="3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600"/>
              <a:buNone/>
              <a:defRPr/>
            </a:lvl4pPr>
            <a:lvl5pPr marL="2286000" lvl="4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 lvl="0"/>
            <a:r>
              <a:rPr lang="en-GB" dirty="0"/>
              <a:t>Calibri, font size 16</a:t>
            </a:r>
          </a:p>
          <a:p>
            <a:pPr lvl="1"/>
            <a:endParaRPr lang="en-GB" dirty="0"/>
          </a:p>
        </p:txBody>
      </p:sp>
      <p:sp>
        <p:nvSpPr>
          <p:cNvPr id="13" name="Google Shape;22;p2">
            <a:extLst>
              <a:ext uri="{FF2B5EF4-FFF2-40B4-BE49-F238E27FC236}">
                <a16:creationId xmlns:a16="http://schemas.microsoft.com/office/drawing/2014/main" id="{23C2C464-C25E-4FD6-8B72-F5E57BA4A014}"/>
              </a:ext>
            </a:extLst>
          </p:cNvPr>
          <p:cNvSpPr txBox="1">
            <a:spLocks noGrp="1"/>
          </p:cNvSpPr>
          <p:nvPr>
            <p:ph type="body" idx="14" hasCustomPrompt="1"/>
          </p:nvPr>
        </p:nvSpPr>
        <p:spPr>
          <a:xfrm>
            <a:off x="691977" y="1489843"/>
            <a:ext cx="4863002" cy="261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400" b="1" i="0" cap="none" spc="300">
                <a:solidFill>
                  <a:schemeClr val="accent1"/>
                </a:solidFill>
                <a:latin typeface="Arial Rounded MT Bold" panose="020F0704030504030204" pitchFamily="34" charset="77"/>
                <a:ea typeface="Arial Rounded MT Bold" panose="020F0704030504030204" pitchFamily="34" charset="77"/>
                <a:cs typeface="Calibri" panose="020F0502020204030204" pitchFamily="34" charset="0"/>
                <a:sym typeface="Arial"/>
              </a:defRPr>
            </a:lvl1pPr>
            <a:lvl2pPr marL="914400" lvl="1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2000"/>
              <a:buNone/>
              <a:defRPr/>
            </a:lvl2pPr>
            <a:lvl3pPr marL="1371600" lvl="2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800"/>
              <a:buNone/>
              <a:defRPr/>
            </a:lvl3pPr>
            <a:lvl4pPr marL="1828800" lvl="3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600"/>
              <a:buNone/>
              <a:defRPr/>
            </a:lvl4pPr>
            <a:lvl5pPr marL="2286000" lvl="4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r>
              <a:rPr lang="en-GB" b="0" dirty="0"/>
              <a:t>SUBTITLE, ALL CAPS, SIZE 14</a:t>
            </a:r>
          </a:p>
        </p:txBody>
      </p:sp>
      <p:sp>
        <p:nvSpPr>
          <p:cNvPr id="15" name="SmartArt Placeholder 14">
            <a:extLst>
              <a:ext uri="{FF2B5EF4-FFF2-40B4-BE49-F238E27FC236}">
                <a16:creationId xmlns:a16="http://schemas.microsoft.com/office/drawing/2014/main" id="{EF420008-1647-B7B5-C3E3-91EF8662D870}"/>
              </a:ext>
            </a:extLst>
          </p:cNvPr>
          <p:cNvSpPr>
            <a:spLocks noGrp="1"/>
          </p:cNvSpPr>
          <p:nvPr>
            <p:ph type="dgm" sz="quarter" idx="16"/>
          </p:nvPr>
        </p:nvSpPr>
        <p:spPr>
          <a:xfrm>
            <a:off x="6094981" y="564567"/>
            <a:ext cx="5405042" cy="5391172"/>
          </a:xfrm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17381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4_Custom Layout" preserve="1" userDrawn="1">
  <p:cSld name="half text/smart art opt 1 - dark">
    <p:bg>
      <p:bgPr>
        <a:solidFill>
          <a:schemeClr val="tx1"/>
        </a:solid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3167092-92FC-A56A-0C25-FD134773C4D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5"/>
          </p:nvPr>
        </p:nvSpPr>
        <p:spPr/>
        <p:txBody>
          <a:bodyPr/>
          <a:lstStyle/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5059A71-1624-522C-8452-10B20427777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2" y="6384010"/>
            <a:ext cx="12192012" cy="473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CBF12E-8AA7-AABC-E302-7B257D69CB9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0147413" y="6492875"/>
            <a:ext cx="13190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 b="0" i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Confidential: </a:t>
            </a:r>
            <a:r>
              <a:rPr lang="en-US" sz="1050" b="0" i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nxzen</a:t>
            </a:r>
            <a:endParaRPr lang="en-US" sz="1050" b="0" i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D4FE87D4-90D8-3CB7-0032-4EFD8BD19F8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466414" y="6446533"/>
            <a:ext cx="5381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Picture 9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CD481457-9B9F-2FBA-19BF-117C1EEA246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5530" y="6319565"/>
            <a:ext cx="1599638" cy="619059"/>
          </a:xfrm>
          <a:prstGeom prst="rect">
            <a:avLst/>
          </a:prstGeom>
        </p:spPr>
      </p:pic>
      <p:sp>
        <p:nvSpPr>
          <p:cNvPr id="7" name="SmartArt Placeholder 14">
            <a:extLst>
              <a:ext uri="{FF2B5EF4-FFF2-40B4-BE49-F238E27FC236}">
                <a16:creationId xmlns:a16="http://schemas.microsoft.com/office/drawing/2014/main" id="{ED176F8B-C226-ADB9-B7B6-54A1F865ED5B}"/>
              </a:ext>
            </a:extLst>
          </p:cNvPr>
          <p:cNvSpPr>
            <a:spLocks noGrp="1"/>
          </p:cNvSpPr>
          <p:nvPr>
            <p:ph type="dgm" sz="quarter" idx="16"/>
          </p:nvPr>
        </p:nvSpPr>
        <p:spPr>
          <a:xfrm>
            <a:off x="6094981" y="564567"/>
            <a:ext cx="5405042" cy="5391172"/>
          </a:xfrm>
        </p:spPr>
        <p:txBody>
          <a:bodyPr/>
          <a:lstStyle/>
          <a:p>
            <a:endParaRPr lang="en-GB"/>
          </a:p>
        </p:txBody>
      </p:sp>
      <p:sp>
        <p:nvSpPr>
          <p:cNvPr id="8" name="Google Shape;21;p2">
            <a:extLst>
              <a:ext uri="{FF2B5EF4-FFF2-40B4-BE49-F238E27FC236}">
                <a16:creationId xmlns:a16="http://schemas.microsoft.com/office/drawing/2014/main" id="{F46D9EF5-2F86-6370-E0D2-F0D0DBB1189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1977" y="564566"/>
            <a:ext cx="4863002" cy="743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200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500" b="0" i="1" u="none" strike="noStrike" cap="none" dirty="0">
                <a:solidFill>
                  <a:schemeClr val="tx2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9" name="Google Shape;22;p2">
            <a:extLst>
              <a:ext uri="{FF2B5EF4-FFF2-40B4-BE49-F238E27FC236}">
                <a16:creationId xmlns:a16="http://schemas.microsoft.com/office/drawing/2014/main" id="{13825F0D-13AD-D46B-843D-1D3CBC74C23E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691978" y="1489843"/>
            <a:ext cx="4863002" cy="4465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b="0" i="0" cap="none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defRPr>
            </a:lvl1pPr>
            <a:lvl2pPr marL="271462" lvl="1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/>
            </a:lvl2pPr>
            <a:lvl3pPr marL="534988" lvl="2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Pts val="1800"/>
              <a:buFont typeface="Arial" panose="020B0604020202020204" pitchFamily="34" charset="0"/>
              <a:buNone/>
              <a:defRPr b="0" spc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828800" lvl="3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600"/>
              <a:buNone/>
              <a:defRPr/>
            </a:lvl4pPr>
            <a:lvl5pPr marL="2286000" lvl="4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 lvl="0"/>
            <a:r>
              <a:rPr lang="en-GB" dirty="0"/>
              <a:t>Calibri, font size 16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2686752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4_Custom Layout" preserve="1" userDrawn="1">
  <p:cSld name="half text/smart art (+sub) opt 2 - dark">
    <p:bg>
      <p:bgPr>
        <a:solidFill>
          <a:schemeClr val="tx1"/>
        </a:solid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FAFABF2-6EA2-8BB0-AC99-49C71787D24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7"/>
          </p:nvPr>
        </p:nvSpPr>
        <p:spPr/>
        <p:txBody>
          <a:bodyPr/>
          <a:lstStyle/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50CD84E-53B1-1E42-2544-60CAD0B447A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2" y="6384010"/>
            <a:ext cx="12192012" cy="473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D8D474-B6E3-DBEC-6921-0659CD0E74A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0147413" y="6492875"/>
            <a:ext cx="13190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 b="0" i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Confidential: </a:t>
            </a:r>
            <a:r>
              <a:rPr lang="en-US" sz="1050" b="0" i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nxzen</a:t>
            </a:r>
            <a:endParaRPr lang="en-US" sz="1050" b="0" i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FC55AAF8-F92C-79D0-CBD5-084B6CDDCBE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466414" y="6446533"/>
            <a:ext cx="5381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B6D5D850-C63D-2EA7-06CF-E0034872CB0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5530" y="6319565"/>
            <a:ext cx="1599638" cy="619059"/>
          </a:xfrm>
          <a:prstGeom prst="rect">
            <a:avLst/>
          </a:prstGeom>
        </p:spPr>
      </p:pic>
      <p:sp>
        <p:nvSpPr>
          <p:cNvPr id="13" name="SmartArt Placeholder 14">
            <a:extLst>
              <a:ext uri="{FF2B5EF4-FFF2-40B4-BE49-F238E27FC236}">
                <a16:creationId xmlns:a16="http://schemas.microsoft.com/office/drawing/2014/main" id="{5EB69A26-DCD6-1AD8-5884-3D17D4B271E1}"/>
              </a:ext>
            </a:extLst>
          </p:cNvPr>
          <p:cNvSpPr>
            <a:spLocks noGrp="1"/>
          </p:cNvSpPr>
          <p:nvPr>
            <p:ph type="dgm" sz="quarter" idx="16"/>
          </p:nvPr>
        </p:nvSpPr>
        <p:spPr>
          <a:xfrm>
            <a:off x="703580" y="560174"/>
            <a:ext cx="5405042" cy="5391444"/>
          </a:xfrm>
        </p:spPr>
        <p:txBody>
          <a:bodyPr/>
          <a:lstStyle/>
          <a:p>
            <a:endParaRPr lang="en-GB"/>
          </a:p>
        </p:txBody>
      </p:sp>
      <p:sp>
        <p:nvSpPr>
          <p:cNvPr id="20" name="Google Shape;22;p2">
            <a:extLst>
              <a:ext uri="{FF2B5EF4-FFF2-40B4-BE49-F238E27FC236}">
                <a16:creationId xmlns:a16="http://schemas.microsoft.com/office/drawing/2014/main" id="{FD15FAB6-EC8E-6C14-FA80-DAF81835317E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6643818" y="1814508"/>
            <a:ext cx="4863002" cy="41400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b="0" i="0" cap="none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defRPr>
            </a:lvl1pPr>
            <a:lvl2pPr marL="271462" lvl="1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/>
            </a:lvl2pPr>
            <a:lvl3pPr marL="534988" lvl="2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Pts val="1800"/>
              <a:buFont typeface="Arial" panose="020B0604020202020204" pitchFamily="34" charset="0"/>
              <a:buNone/>
              <a:defRPr b="0" spc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828800" lvl="3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600"/>
              <a:buNone/>
              <a:defRPr/>
            </a:lvl4pPr>
            <a:lvl5pPr marL="2286000" lvl="4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 lvl="0"/>
            <a:r>
              <a:rPr lang="en-GB" dirty="0"/>
              <a:t>Calibri, font size 16</a:t>
            </a:r>
          </a:p>
          <a:p>
            <a:pPr lvl="1"/>
            <a:endParaRPr lang="en-GB" dirty="0"/>
          </a:p>
        </p:txBody>
      </p:sp>
      <p:sp>
        <p:nvSpPr>
          <p:cNvPr id="21" name="Google Shape;22;p2">
            <a:extLst>
              <a:ext uri="{FF2B5EF4-FFF2-40B4-BE49-F238E27FC236}">
                <a16:creationId xmlns:a16="http://schemas.microsoft.com/office/drawing/2014/main" id="{45B61B37-7DEA-D39A-4D4B-76B6D989F1BC}"/>
              </a:ext>
            </a:extLst>
          </p:cNvPr>
          <p:cNvSpPr txBox="1">
            <a:spLocks noGrp="1"/>
          </p:cNvSpPr>
          <p:nvPr>
            <p:ph type="body" idx="14" hasCustomPrompt="1"/>
          </p:nvPr>
        </p:nvSpPr>
        <p:spPr>
          <a:xfrm>
            <a:off x="6643817" y="1488615"/>
            <a:ext cx="4863002" cy="261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400" b="1" i="0" cap="none" spc="300">
                <a:solidFill>
                  <a:schemeClr val="accent1"/>
                </a:solidFill>
                <a:latin typeface="Arial Rounded MT Bold" panose="020F0704030504030204" pitchFamily="34" charset="77"/>
                <a:ea typeface="Arial Rounded MT Bold" panose="020F0704030504030204" pitchFamily="34" charset="77"/>
                <a:cs typeface="Calibri" panose="020F0502020204030204" pitchFamily="34" charset="0"/>
                <a:sym typeface="Arial"/>
              </a:defRPr>
            </a:lvl1pPr>
            <a:lvl2pPr marL="914400" lvl="1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2000"/>
              <a:buNone/>
              <a:defRPr/>
            </a:lvl2pPr>
            <a:lvl3pPr marL="1371600" lvl="2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800"/>
              <a:buNone/>
              <a:defRPr/>
            </a:lvl3pPr>
            <a:lvl4pPr marL="1828800" lvl="3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600"/>
              <a:buNone/>
              <a:defRPr/>
            </a:lvl4pPr>
            <a:lvl5pPr marL="2286000" lvl="4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r>
              <a:rPr lang="en-GB" b="0" dirty="0"/>
              <a:t>SUBTITLE, ALL CAPS, SIZE 14</a:t>
            </a:r>
          </a:p>
        </p:txBody>
      </p:sp>
      <p:sp>
        <p:nvSpPr>
          <p:cNvPr id="23" name="Google Shape;21;p2">
            <a:extLst>
              <a:ext uri="{FF2B5EF4-FFF2-40B4-BE49-F238E27FC236}">
                <a16:creationId xmlns:a16="http://schemas.microsoft.com/office/drawing/2014/main" id="{AB72EFAA-6E84-9E3D-D162-EAFCA223989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643817" y="560174"/>
            <a:ext cx="4863002" cy="743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200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500" b="0" i="1" u="none" strike="noStrike" cap="none" dirty="0">
                <a:solidFill>
                  <a:schemeClr val="tx2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9736407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4_Custom Layout" preserve="1" userDrawn="1">
  <p:cSld name="half text/smart art opt 2 - dark">
    <p:bg>
      <p:bgPr>
        <a:solidFill>
          <a:schemeClr val="bg2"/>
        </a:solid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5D909A1-7841-F908-DB44-70554415A4C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6"/>
          </p:nvPr>
        </p:nvSpPr>
        <p:spPr/>
        <p:txBody>
          <a:bodyPr/>
          <a:lstStyle/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B7D492F-2080-FD14-3ADE-12D1D12DF11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2" y="6384010"/>
            <a:ext cx="12192012" cy="473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1B2E62-3390-2351-7E16-C0A2D589299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0147413" y="6492875"/>
            <a:ext cx="13190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 b="0" i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Confidential: </a:t>
            </a:r>
            <a:r>
              <a:rPr lang="en-US" sz="1050" b="0" i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nxzen</a:t>
            </a:r>
            <a:endParaRPr lang="en-US" sz="1050" b="0" i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F50F41A2-E115-099B-D5AA-BA5303E4C95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466414" y="6446533"/>
            <a:ext cx="5381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50CB5A32-2EA6-AFD9-C2A5-D9B55D35EDD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5530" y="6319565"/>
            <a:ext cx="1599638" cy="619059"/>
          </a:xfrm>
          <a:prstGeom prst="rect">
            <a:avLst/>
          </a:prstGeom>
        </p:spPr>
      </p:pic>
      <p:sp>
        <p:nvSpPr>
          <p:cNvPr id="8" name="SmartArt Placeholder 14">
            <a:extLst>
              <a:ext uri="{FF2B5EF4-FFF2-40B4-BE49-F238E27FC236}">
                <a16:creationId xmlns:a16="http://schemas.microsoft.com/office/drawing/2014/main" id="{9A53519A-BF04-2241-6ED1-AFDFA400E50B}"/>
              </a:ext>
            </a:extLst>
          </p:cNvPr>
          <p:cNvSpPr>
            <a:spLocks noGrp="1"/>
          </p:cNvSpPr>
          <p:nvPr>
            <p:ph type="dgm" sz="quarter" idx="17"/>
          </p:nvPr>
        </p:nvSpPr>
        <p:spPr>
          <a:xfrm>
            <a:off x="703580" y="560174"/>
            <a:ext cx="5405042" cy="5391443"/>
          </a:xfrm>
        </p:spPr>
        <p:txBody>
          <a:bodyPr/>
          <a:lstStyle/>
          <a:p>
            <a:endParaRPr lang="en-GB"/>
          </a:p>
        </p:txBody>
      </p:sp>
      <p:sp>
        <p:nvSpPr>
          <p:cNvPr id="12" name="Google Shape;22;p2">
            <a:extLst>
              <a:ext uri="{FF2B5EF4-FFF2-40B4-BE49-F238E27FC236}">
                <a16:creationId xmlns:a16="http://schemas.microsoft.com/office/drawing/2014/main" id="{4D86D671-060B-AF6F-7B6C-7DE9A685559A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6643818" y="1488615"/>
            <a:ext cx="4863002" cy="4465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b="0" i="0" cap="none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defRPr>
            </a:lvl1pPr>
            <a:lvl2pPr marL="271462" lvl="1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/>
            </a:lvl2pPr>
            <a:lvl3pPr marL="534988" lvl="2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Pts val="1800"/>
              <a:buFont typeface="Arial" panose="020B0604020202020204" pitchFamily="34" charset="0"/>
              <a:buNone/>
              <a:defRPr b="0" spc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828800" lvl="3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600"/>
              <a:buNone/>
              <a:defRPr/>
            </a:lvl4pPr>
            <a:lvl5pPr marL="2286000" lvl="4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 lvl="0"/>
            <a:r>
              <a:rPr lang="en-GB" dirty="0"/>
              <a:t>Calibri, font size 16</a:t>
            </a:r>
          </a:p>
          <a:p>
            <a:pPr lvl="1"/>
            <a:endParaRPr lang="en-GB" dirty="0"/>
          </a:p>
        </p:txBody>
      </p:sp>
      <p:sp>
        <p:nvSpPr>
          <p:cNvPr id="15" name="Google Shape;21;p2">
            <a:extLst>
              <a:ext uri="{FF2B5EF4-FFF2-40B4-BE49-F238E27FC236}">
                <a16:creationId xmlns:a16="http://schemas.microsoft.com/office/drawing/2014/main" id="{F6AFF70D-2068-F324-4C3F-C4D6639C9CB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643817" y="560174"/>
            <a:ext cx="4863002" cy="743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200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500" b="0" i="1" u="none" strike="noStrike" cap="none" dirty="0">
                <a:solidFill>
                  <a:schemeClr val="tx2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8101769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73_Custom Layout" preserve="1" userDrawn="1">
  <p:cSld name="text - dark">
    <p:bg>
      <p:bgPr>
        <a:solidFill>
          <a:schemeClr val="bg2"/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36D7ED2-BDD2-9EAC-9B5D-F9666CDC0E8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Google Shape;22;p2">
            <a:extLst>
              <a:ext uri="{FF2B5EF4-FFF2-40B4-BE49-F238E27FC236}">
                <a16:creationId xmlns:a16="http://schemas.microsoft.com/office/drawing/2014/main" id="{D2867F0C-6ADC-734F-9658-CA6FD6F371AF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691978" y="1815736"/>
            <a:ext cx="10774436" cy="41400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b="0" i="0" cap="none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defRPr>
            </a:lvl1pPr>
            <a:lvl2pPr marL="271462" lvl="1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/>
            </a:lvl2pPr>
            <a:lvl3pPr marL="534988" lvl="2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Pts val="1800"/>
              <a:buFont typeface="Arial" panose="020B0604020202020204" pitchFamily="34" charset="0"/>
              <a:buNone/>
              <a:defRPr b="0" spc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828800" lvl="3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600"/>
              <a:buNone/>
              <a:defRPr/>
            </a:lvl4pPr>
            <a:lvl5pPr marL="2286000" lvl="4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 lvl="0"/>
            <a:r>
              <a:rPr lang="en-GB" dirty="0"/>
              <a:t>Calibri, font size 16</a:t>
            </a:r>
          </a:p>
          <a:p>
            <a:pPr lvl="1"/>
            <a:endParaRPr lang="en-GB" dirty="0"/>
          </a:p>
        </p:txBody>
      </p:sp>
      <p:sp>
        <p:nvSpPr>
          <p:cNvPr id="10" name="Google Shape;22;p2">
            <a:extLst>
              <a:ext uri="{FF2B5EF4-FFF2-40B4-BE49-F238E27FC236}">
                <a16:creationId xmlns:a16="http://schemas.microsoft.com/office/drawing/2014/main" id="{778C87FE-CB61-9AB2-094E-C3ECFC9DD604}"/>
              </a:ext>
            </a:extLst>
          </p:cNvPr>
          <p:cNvSpPr txBox="1">
            <a:spLocks noGrp="1"/>
          </p:cNvSpPr>
          <p:nvPr>
            <p:ph type="body" idx="14" hasCustomPrompt="1"/>
          </p:nvPr>
        </p:nvSpPr>
        <p:spPr>
          <a:xfrm>
            <a:off x="691977" y="1489843"/>
            <a:ext cx="10774436" cy="261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400" b="1" i="0" cap="none" spc="300">
                <a:solidFill>
                  <a:schemeClr val="accent1"/>
                </a:solidFill>
                <a:latin typeface="Arial Rounded MT Bold" panose="020F0704030504030204" pitchFamily="34" charset="77"/>
                <a:ea typeface="Arial Rounded MT Bold" panose="020F0704030504030204" pitchFamily="34" charset="77"/>
                <a:cs typeface="Calibri" panose="020F0502020204030204" pitchFamily="34" charset="0"/>
                <a:sym typeface="Arial"/>
              </a:defRPr>
            </a:lvl1pPr>
            <a:lvl2pPr marL="914400" lvl="1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2000"/>
              <a:buNone/>
              <a:defRPr/>
            </a:lvl2pPr>
            <a:lvl3pPr marL="1371600" lvl="2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800"/>
              <a:buNone/>
              <a:defRPr/>
            </a:lvl3pPr>
            <a:lvl4pPr marL="1828800" lvl="3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600"/>
              <a:buNone/>
              <a:defRPr/>
            </a:lvl4pPr>
            <a:lvl5pPr marL="2286000" lvl="4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r>
              <a:rPr lang="en-GB" b="0" dirty="0"/>
              <a:t>SUBTITLE, ALL CAPS, SIZE 14</a:t>
            </a:r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7CA7D4B8-79B8-B145-93B2-6726FBF5EE0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466414" y="6446533"/>
            <a:ext cx="5381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7D8D7721-8EA5-CB12-9250-8A4C6E9DD0B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466414" y="6446533"/>
            <a:ext cx="5381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EF8706B-FEE6-5081-BFB1-E46BD3A313E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2" y="6384010"/>
            <a:ext cx="12192012" cy="473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E5B11BE-6701-7C75-3063-CC24FEFA5C8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0147413" y="6492875"/>
            <a:ext cx="13190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 b="0" i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Confidential: </a:t>
            </a:r>
            <a:r>
              <a:rPr lang="en-US" sz="1050" b="0" i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nxzen</a:t>
            </a:r>
            <a:endParaRPr lang="en-US" sz="1050" b="0" i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Slide Number Placeholder 8">
            <a:extLst>
              <a:ext uri="{FF2B5EF4-FFF2-40B4-BE49-F238E27FC236}">
                <a16:creationId xmlns:a16="http://schemas.microsoft.com/office/drawing/2014/main" id="{B1B2CD7A-E160-CBB4-5DA8-2D4F66294FB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466414" y="6446533"/>
            <a:ext cx="5381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6" name="Picture 15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F8990E20-048C-0B22-D97F-F28850E220DE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5530" y="6319565"/>
            <a:ext cx="1599638" cy="619059"/>
          </a:xfrm>
          <a:prstGeom prst="rect">
            <a:avLst/>
          </a:prstGeom>
        </p:spPr>
      </p:pic>
      <p:sp>
        <p:nvSpPr>
          <p:cNvPr id="2" name="Google Shape;21;p2">
            <a:extLst>
              <a:ext uri="{FF2B5EF4-FFF2-40B4-BE49-F238E27FC236}">
                <a16:creationId xmlns:a16="http://schemas.microsoft.com/office/drawing/2014/main" id="{B3B64241-5A59-6B03-838C-8D540980F5A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1977" y="564566"/>
            <a:ext cx="10774436" cy="743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200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500" b="0" i="1" u="none" strike="noStrike" cap="none" dirty="0">
                <a:solidFill>
                  <a:schemeClr val="tx2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7229590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73_Custom Layout" preserve="1" userDrawn="1">
  <p:cSld name="table - dark">
    <p:bg>
      <p:bgPr>
        <a:solidFill>
          <a:schemeClr val="bg2"/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A1E9E3-52FC-928A-7762-6DC7DFBFCE8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Google Shape;22;p2">
            <a:extLst>
              <a:ext uri="{FF2B5EF4-FFF2-40B4-BE49-F238E27FC236}">
                <a16:creationId xmlns:a16="http://schemas.microsoft.com/office/drawing/2014/main" id="{E1B104FE-CAFE-49CE-9432-6841700F02FE}"/>
              </a:ext>
            </a:extLst>
          </p:cNvPr>
          <p:cNvSpPr txBox="1">
            <a:spLocks noGrp="1"/>
          </p:cNvSpPr>
          <p:nvPr>
            <p:ph type="body" idx="15" hasCustomPrompt="1"/>
          </p:nvPr>
        </p:nvSpPr>
        <p:spPr>
          <a:xfrm>
            <a:off x="691977" y="1489843"/>
            <a:ext cx="10774436" cy="261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400" b="1" i="0" cap="none" spc="300">
                <a:solidFill>
                  <a:schemeClr val="accent1"/>
                </a:solidFill>
                <a:latin typeface="Arial Rounded MT Bold" panose="020F0704030504030204" pitchFamily="34" charset="77"/>
                <a:ea typeface="Arial Rounded MT Bold" panose="020F0704030504030204" pitchFamily="34" charset="77"/>
                <a:cs typeface="Calibri" panose="020F0502020204030204" pitchFamily="34" charset="0"/>
                <a:sym typeface="Arial"/>
              </a:defRPr>
            </a:lvl1pPr>
            <a:lvl2pPr marL="914400" lvl="1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2000"/>
              <a:buNone/>
              <a:defRPr/>
            </a:lvl2pPr>
            <a:lvl3pPr marL="1371600" lvl="2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800"/>
              <a:buNone/>
              <a:defRPr/>
            </a:lvl3pPr>
            <a:lvl4pPr marL="1828800" lvl="3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600"/>
              <a:buNone/>
              <a:defRPr/>
            </a:lvl4pPr>
            <a:lvl5pPr marL="2286000" lvl="4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r>
              <a:rPr lang="en-GB" b="0" dirty="0"/>
              <a:t>SUBTITLE, ALL CAPS, SIZE 14</a:t>
            </a: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C2FF6980-009C-4273-531D-7630AA8FFDCD}"/>
              </a:ext>
            </a:extLst>
          </p:cNvPr>
          <p:cNvSpPr>
            <a:spLocks noGrp="1"/>
          </p:cNvSpPr>
          <p:nvPr>
            <p:ph type="tbl" sz="quarter" idx="16"/>
          </p:nvPr>
        </p:nvSpPr>
        <p:spPr>
          <a:xfrm>
            <a:off x="692150" y="1933204"/>
            <a:ext cx="10774263" cy="4022535"/>
          </a:xfrm>
        </p:spPr>
        <p:txBody>
          <a:bodyPr/>
          <a:lstStyle/>
          <a:p>
            <a:endParaRPr lang="en-GB"/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1EA59528-5265-76F1-B6E5-51F06C1F6D9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466414" y="6446533"/>
            <a:ext cx="5381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Slide Number Placeholder 1">
            <a:extLst>
              <a:ext uri="{FF2B5EF4-FFF2-40B4-BE49-F238E27FC236}">
                <a16:creationId xmlns:a16="http://schemas.microsoft.com/office/drawing/2014/main" id="{9521A774-EA06-882A-76A6-68A29B03431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466414" y="6446533"/>
            <a:ext cx="5381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A336096-6A97-A299-6B84-6D59EF6CA2D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2" y="6384010"/>
            <a:ext cx="12192012" cy="473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214639E-1DFB-A0F2-C1EA-CBC219B245E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0147413" y="6492875"/>
            <a:ext cx="13190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 b="0" i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Confidential: </a:t>
            </a:r>
            <a:r>
              <a:rPr lang="en-US" sz="1050" b="0" i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nxzen</a:t>
            </a:r>
            <a:endParaRPr lang="en-US" sz="1050" b="0" i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Slide Number Placeholder 8">
            <a:extLst>
              <a:ext uri="{FF2B5EF4-FFF2-40B4-BE49-F238E27FC236}">
                <a16:creationId xmlns:a16="http://schemas.microsoft.com/office/drawing/2014/main" id="{E8B00E83-DA18-A1E9-1B02-778EF9BBCB6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466414" y="6446533"/>
            <a:ext cx="5381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9" name="Picture 18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0F94C15A-A750-B7D3-4EC1-C3A01D812D22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5530" y="6319565"/>
            <a:ext cx="1599638" cy="619059"/>
          </a:xfrm>
          <a:prstGeom prst="rect">
            <a:avLst/>
          </a:prstGeom>
        </p:spPr>
      </p:pic>
      <p:sp>
        <p:nvSpPr>
          <p:cNvPr id="2" name="Google Shape;21;p2">
            <a:extLst>
              <a:ext uri="{FF2B5EF4-FFF2-40B4-BE49-F238E27FC236}">
                <a16:creationId xmlns:a16="http://schemas.microsoft.com/office/drawing/2014/main" id="{9E7C0BCD-2A20-4E57-4C1F-5F22FF40236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1977" y="564566"/>
            <a:ext cx="10774436" cy="743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200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500" b="0" i="1" u="none" strike="noStrike" cap="none" dirty="0">
                <a:solidFill>
                  <a:schemeClr val="tx2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9765821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73_Custom Layout" preserve="1" userDrawn="1">
  <p:cSld name="smart art - dark">
    <p:bg>
      <p:bgPr>
        <a:solidFill>
          <a:schemeClr val="bg2"/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A1E9E3-52FC-928A-7762-6DC7DFBFCE8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Google Shape;22;p2">
            <a:extLst>
              <a:ext uri="{FF2B5EF4-FFF2-40B4-BE49-F238E27FC236}">
                <a16:creationId xmlns:a16="http://schemas.microsoft.com/office/drawing/2014/main" id="{E1B104FE-CAFE-49CE-9432-6841700F02FE}"/>
              </a:ext>
            </a:extLst>
          </p:cNvPr>
          <p:cNvSpPr txBox="1">
            <a:spLocks noGrp="1"/>
          </p:cNvSpPr>
          <p:nvPr>
            <p:ph type="body" idx="15" hasCustomPrompt="1"/>
          </p:nvPr>
        </p:nvSpPr>
        <p:spPr>
          <a:xfrm>
            <a:off x="691977" y="1489843"/>
            <a:ext cx="10774436" cy="261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400" b="1" i="0" cap="none" spc="300">
                <a:solidFill>
                  <a:schemeClr val="accent1"/>
                </a:solidFill>
                <a:latin typeface="Arial Rounded MT Bold" panose="020F0704030504030204" pitchFamily="34" charset="77"/>
                <a:ea typeface="Arial Rounded MT Bold" panose="020F0704030504030204" pitchFamily="34" charset="77"/>
                <a:cs typeface="Calibri" panose="020F0502020204030204" pitchFamily="34" charset="0"/>
                <a:sym typeface="Arial"/>
              </a:defRPr>
            </a:lvl1pPr>
            <a:lvl2pPr marL="914400" lvl="1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2000"/>
              <a:buNone/>
              <a:defRPr/>
            </a:lvl2pPr>
            <a:lvl3pPr marL="1371600" lvl="2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800"/>
              <a:buNone/>
              <a:defRPr/>
            </a:lvl3pPr>
            <a:lvl4pPr marL="1828800" lvl="3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600"/>
              <a:buNone/>
              <a:defRPr/>
            </a:lvl4pPr>
            <a:lvl5pPr marL="2286000" lvl="4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r>
              <a:rPr lang="en-GB" b="0" dirty="0"/>
              <a:t>SUBTITLE, ALL CAPS, SIZE 14</a:t>
            </a:r>
          </a:p>
        </p:txBody>
      </p:sp>
      <p:sp>
        <p:nvSpPr>
          <p:cNvPr id="2" name="SmartArt Placeholder 14">
            <a:extLst>
              <a:ext uri="{FF2B5EF4-FFF2-40B4-BE49-F238E27FC236}">
                <a16:creationId xmlns:a16="http://schemas.microsoft.com/office/drawing/2014/main" id="{3BBC76E8-5F16-2B17-D0B8-6F1408C54396}"/>
              </a:ext>
            </a:extLst>
          </p:cNvPr>
          <p:cNvSpPr>
            <a:spLocks noGrp="1"/>
          </p:cNvSpPr>
          <p:nvPr>
            <p:ph type="dgm" sz="quarter" idx="16"/>
          </p:nvPr>
        </p:nvSpPr>
        <p:spPr>
          <a:xfrm>
            <a:off x="691977" y="1933203"/>
            <a:ext cx="10808046" cy="4022536"/>
          </a:xfrm>
        </p:spPr>
        <p:txBody>
          <a:bodyPr/>
          <a:lstStyle/>
          <a:p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048CA7A-3F27-E366-DB53-9843E70C76E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466414" y="6446533"/>
            <a:ext cx="5381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CD17E7B5-E395-0982-E834-B1B87A63279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466414" y="6446533"/>
            <a:ext cx="5381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80DDCE7-9DFE-B34B-8864-29130373871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2" y="6384010"/>
            <a:ext cx="12192012" cy="473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77B748-9534-882A-76C9-00F7C325017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0147413" y="6492875"/>
            <a:ext cx="13190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 b="0" i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Confidential: </a:t>
            </a:r>
            <a:r>
              <a:rPr lang="en-US" sz="1050" b="0" i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nxzen</a:t>
            </a:r>
            <a:endParaRPr lang="en-US" sz="1050" b="0" i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Slide Number Placeholder 8">
            <a:extLst>
              <a:ext uri="{FF2B5EF4-FFF2-40B4-BE49-F238E27FC236}">
                <a16:creationId xmlns:a16="http://schemas.microsoft.com/office/drawing/2014/main" id="{016A439C-7D6A-5DC6-A300-ACFCB9B0CB2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466414" y="6446533"/>
            <a:ext cx="5381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DFD91522-70A9-0E1F-B1F9-6182837EBCD6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5530" y="6319565"/>
            <a:ext cx="1599638" cy="619059"/>
          </a:xfrm>
          <a:prstGeom prst="rect">
            <a:avLst/>
          </a:prstGeom>
        </p:spPr>
      </p:pic>
      <p:sp>
        <p:nvSpPr>
          <p:cNvPr id="12" name="Google Shape;21;p2">
            <a:extLst>
              <a:ext uri="{FF2B5EF4-FFF2-40B4-BE49-F238E27FC236}">
                <a16:creationId xmlns:a16="http://schemas.microsoft.com/office/drawing/2014/main" id="{D42463B8-E88E-6123-4FB7-95A4E832E7F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1977" y="564566"/>
            <a:ext cx="10774436" cy="743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200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500" b="0" i="1" u="none" strike="noStrike" cap="none" dirty="0">
                <a:solidFill>
                  <a:schemeClr val="tx2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2089901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73_Custom Layout" preserve="1" userDrawn="1">
  <p:cSld name="image - dark">
    <p:bg>
      <p:bgPr>
        <a:solidFill>
          <a:schemeClr val="bg2"/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492949D2-61F6-DC95-E997-E390C89F0FB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91977" y="1949450"/>
            <a:ext cx="10774436" cy="3973920"/>
          </a:xfrm>
          <a:prstGeom prst="roundRect">
            <a:avLst>
              <a:gd name="adj" fmla="val 8326"/>
            </a:avLst>
          </a:prstGeom>
        </p:spPr>
        <p:txBody>
          <a:bodyPr/>
          <a:lstStyle>
            <a:lvl1pPr>
              <a:defRPr b="0" i="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F514B5E-BDC7-1FFA-F17A-6705EE19BA2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Google Shape;22;p2">
            <a:extLst>
              <a:ext uri="{FF2B5EF4-FFF2-40B4-BE49-F238E27FC236}">
                <a16:creationId xmlns:a16="http://schemas.microsoft.com/office/drawing/2014/main" id="{6E1FEAD1-6F30-14B3-C221-887A18E15F8C}"/>
              </a:ext>
            </a:extLst>
          </p:cNvPr>
          <p:cNvSpPr txBox="1">
            <a:spLocks noGrp="1"/>
          </p:cNvSpPr>
          <p:nvPr>
            <p:ph type="body" idx="16" hasCustomPrompt="1"/>
          </p:nvPr>
        </p:nvSpPr>
        <p:spPr>
          <a:xfrm>
            <a:off x="691977" y="1489843"/>
            <a:ext cx="10774436" cy="261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400" b="1" i="0" cap="none" spc="300">
                <a:solidFill>
                  <a:schemeClr val="accent1"/>
                </a:solidFill>
                <a:latin typeface="Arial Rounded MT Bold" panose="020F0704030504030204" pitchFamily="34" charset="77"/>
                <a:ea typeface="Arial Rounded MT Bold" panose="020F0704030504030204" pitchFamily="34" charset="77"/>
                <a:cs typeface="Calibri" panose="020F0502020204030204" pitchFamily="34" charset="0"/>
                <a:sym typeface="Arial"/>
              </a:defRPr>
            </a:lvl1pPr>
            <a:lvl2pPr marL="914400" lvl="1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2000"/>
              <a:buNone/>
              <a:defRPr/>
            </a:lvl2pPr>
            <a:lvl3pPr marL="1371600" lvl="2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800"/>
              <a:buNone/>
              <a:defRPr/>
            </a:lvl3pPr>
            <a:lvl4pPr marL="1828800" lvl="3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600"/>
              <a:buNone/>
              <a:defRPr/>
            </a:lvl4pPr>
            <a:lvl5pPr marL="2286000" lvl="4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r>
              <a:rPr lang="en-GB" b="0" dirty="0"/>
              <a:t>SUBTITLE, ALL CAPS, SIZE 14</a:t>
            </a:r>
          </a:p>
        </p:txBody>
      </p:sp>
      <p:sp>
        <p:nvSpPr>
          <p:cNvPr id="13" name="Slide Number Placeholder 2">
            <a:extLst>
              <a:ext uri="{FF2B5EF4-FFF2-40B4-BE49-F238E27FC236}">
                <a16:creationId xmlns:a16="http://schemas.microsoft.com/office/drawing/2014/main" id="{7B1ADBEC-6E20-B423-2BE9-5CF40548E83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466414" y="6446533"/>
            <a:ext cx="5381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Slide Number Placeholder 1">
            <a:extLst>
              <a:ext uri="{FF2B5EF4-FFF2-40B4-BE49-F238E27FC236}">
                <a16:creationId xmlns:a16="http://schemas.microsoft.com/office/drawing/2014/main" id="{75891C0B-6FDD-ECC4-9EE6-0E7CE17F4C9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466414" y="6446533"/>
            <a:ext cx="5381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F9F96EE-6E27-6062-C6EA-B08BCAA3F13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2" y="6384010"/>
            <a:ext cx="12192012" cy="473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8791C92-2E7A-6C2D-B84A-B2E136CFBD5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0147413" y="6492875"/>
            <a:ext cx="13190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 b="0" i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Confidential: </a:t>
            </a:r>
            <a:r>
              <a:rPr lang="en-US" sz="1050" b="0" i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nxzen</a:t>
            </a:r>
            <a:endParaRPr lang="en-US" sz="1050" b="0" i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Slide Number Placeholder 8">
            <a:extLst>
              <a:ext uri="{FF2B5EF4-FFF2-40B4-BE49-F238E27FC236}">
                <a16:creationId xmlns:a16="http://schemas.microsoft.com/office/drawing/2014/main" id="{8F01FCA4-FF78-F65E-FFDA-5FFF2980845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466414" y="6446533"/>
            <a:ext cx="5381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8" name="Picture 17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F791A721-3F7B-17A0-2C07-E45AD0341423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5530" y="6319565"/>
            <a:ext cx="1599638" cy="619059"/>
          </a:xfrm>
          <a:prstGeom prst="rect">
            <a:avLst/>
          </a:prstGeom>
        </p:spPr>
      </p:pic>
      <p:sp>
        <p:nvSpPr>
          <p:cNvPr id="4" name="Google Shape;21;p2">
            <a:extLst>
              <a:ext uri="{FF2B5EF4-FFF2-40B4-BE49-F238E27FC236}">
                <a16:creationId xmlns:a16="http://schemas.microsoft.com/office/drawing/2014/main" id="{9F62795F-C62B-F835-0FCC-75BA8F53553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1977" y="564566"/>
            <a:ext cx="10774436" cy="743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200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500" b="0" i="1" u="none" strike="noStrike" cap="none" dirty="0">
                <a:solidFill>
                  <a:schemeClr val="tx2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5897283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73_Custom Layout" preserve="1" userDrawn="1">
  <p:cSld name="media - dark">
    <p:bg>
      <p:bgPr>
        <a:solidFill>
          <a:schemeClr val="bg2"/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edia Placeholder 5">
            <a:extLst>
              <a:ext uri="{FF2B5EF4-FFF2-40B4-BE49-F238E27FC236}">
                <a16:creationId xmlns:a16="http://schemas.microsoft.com/office/drawing/2014/main" id="{011492F5-41C3-B14E-6F60-3217E1261450}"/>
              </a:ext>
            </a:extLst>
          </p:cNvPr>
          <p:cNvSpPr>
            <a:spLocks noGrp="1"/>
          </p:cNvSpPr>
          <p:nvPr>
            <p:ph type="media" sz="quarter" idx="14"/>
          </p:nvPr>
        </p:nvSpPr>
        <p:spPr>
          <a:xfrm>
            <a:off x="691977" y="1948266"/>
            <a:ext cx="10774436" cy="3975104"/>
          </a:xfrm>
          <a:prstGeom prst="roundRect">
            <a:avLst>
              <a:gd name="adj" fmla="val 8329"/>
            </a:avLst>
          </a:prstGeom>
        </p:spPr>
        <p:txBody>
          <a:bodyPr/>
          <a:lstStyle>
            <a:lvl1pPr>
              <a:defRPr b="0" i="0"/>
            </a:lvl1pPr>
          </a:lstStyle>
          <a:p>
            <a:r>
              <a:rPr lang="en-US"/>
              <a:t>Click icon to add media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D0A20B7-22F7-1588-1189-6FC38FB2294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Google Shape;21;p2">
            <a:extLst>
              <a:ext uri="{FF2B5EF4-FFF2-40B4-BE49-F238E27FC236}">
                <a16:creationId xmlns:a16="http://schemas.microsoft.com/office/drawing/2014/main" id="{BFC61242-EC75-2401-5AA9-F47717744C3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1977" y="564566"/>
            <a:ext cx="10774436" cy="743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200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500" b="0" i="1" u="none" strike="noStrike" cap="none" dirty="0">
                <a:solidFill>
                  <a:schemeClr val="tx2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" name="Google Shape;22;p2">
            <a:extLst>
              <a:ext uri="{FF2B5EF4-FFF2-40B4-BE49-F238E27FC236}">
                <a16:creationId xmlns:a16="http://schemas.microsoft.com/office/drawing/2014/main" id="{6E286484-58AB-051A-B3B5-877246C70F2F}"/>
              </a:ext>
            </a:extLst>
          </p:cNvPr>
          <p:cNvSpPr txBox="1">
            <a:spLocks noGrp="1"/>
          </p:cNvSpPr>
          <p:nvPr>
            <p:ph type="body" idx="16" hasCustomPrompt="1"/>
          </p:nvPr>
        </p:nvSpPr>
        <p:spPr>
          <a:xfrm>
            <a:off x="691977" y="1489843"/>
            <a:ext cx="10774436" cy="261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400" b="1" i="0" cap="none" spc="300">
                <a:solidFill>
                  <a:schemeClr val="accent1"/>
                </a:solidFill>
                <a:latin typeface="Arial Rounded MT Bold" panose="020F0704030504030204" pitchFamily="34" charset="77"/>
                <a:ea typeface="Arial Rounded MT Bold" panose="020F0704030504030204" pitchFamily="34" charset="77"/>
                <a:cs typeface="Calibri" panose="020F0502020204030204" pitchFamily="34" charset="0"/>
                <a:sym typeface="Arial"/>
              </a:defRPr>
            </a:lvl1pPr>
            <a:lvl2pPr marL="914400" lvl="1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2000"/>
              <a:buNone/>
              <a:defRPr/>
            </a:lvl2pPr>
            <a:lvl3pPr marL="1371600" lvl="2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800"/>
              <a:buNone/>
              <a:defRPr/>
            </a:lvl3pPr>
            <a:lvl4pPr marL="1828800" lvl="3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600"/>
              <a:buNone/>
              <a:defRPr/>
            </a:lvl4pPr>
            <a:lvl5pPr marL="2286000" lvl="4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r>
              <a:rPr lang="en-GB" b="0" dirty="0"/>
              <a:t>SUBTITLE, ALL CAPS, SIZE 14</a:t>
            </a:r>
          </a:p>
        </p:txBody>
      </p:sp>
      <p:sp>
        <p:nvSpPr>
          <p:cNvPr id="8" name="Slide Number Placeholder 2">
            <a:extLst>
              <a:ext uri="{FF2B5EF4-FFF2-40B4-BE49-F238E27FC236}">
                <a16:creationId xmlns:a16="http://schemas.microsoft.com/office/drawing/2014/main" id="{23F4E304-DE4D-CA08-5AB6-7B94C42971D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466414" y="6446533"/>
            <a:ext cx="5381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AED893EC-2812-03D6-E096-0708C3CD2BB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466414" y="6446533"/>
            <a:ext cx="5381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4934079-5AD6-875F-01F1-3C67E56BD9A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2" y="6384010"/>
            <a:ext cx="12192012" cy="473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D50317-0C05-291D-4872-CA214D083A0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0147413" y="6492875"/>
            <a:ext cx="13190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 b="0" i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Confidential: </a:t>
            </a:r>
            <a:r>
              <a:rPr lang="en-US" sz="1050" b="0" i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nxzen</a:t>
            </a:r>
            <a:endParaRPr lang="en-US" sz="1050" b="0" i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Slide Number Placeholder 8">
            <a:extLst>
              <a:ext uri="{FF2B5EF4-FFF2-40B4-BE49-F238E27FC236}">
                <a16:creationId xmlns:a16="http://schemas.microsoft.com/office/drawing/2014/main" id="{E0D6EA6B-B2B9-1E89-1C06-20BB6ABBD6D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466414" y="6446533"/>
            <a:ext cx="5381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Picture 12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B8723418-CB6B-D224-587A-886E3B4EBCE2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5530" y="6319565"/>
            <a:ext cx="1599638" cy="619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72001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ing -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34A31F4B-EA6C-1547-D6A3-FB9827BF71B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89202" y="564566"/>
            <a:ext cx="5410820" cy="5362345"/>
          </a:xfrm>
          <a:prstGeom prst="roundRect">
            <a:avLst>
              <a:gd name="adj" fmla="val 7506"/>
            </a:avLst>
          </a:prstGeom>
        </p:spPr>
        <p:txBody>
          <a:bodyPr/>
          <a:lstStyle>
            <a:lvl1pPr>
              <a:defRPr b="0" i="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33F70A-A246-3C68-A312-12065F1D140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0"/>
          </p:nvPr>
        </p:nvSpPr>
        <p:spPr/>
        <p:txBody>
          <a:bodyPr/>
          <a:lstStyle/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65CF9C-7BD7-A1A3-259C-1A9D3516AEA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2" y="6384010"/>
            <a:ext cx="12192012" cy="473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85629A-7AD2-9EB0-BBC9-64B51170D7E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0147413" y="6492875"/>
            <a:ext cx="13190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 b="0" i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Confidential: </a:t>
            </a:r>
            <a:r>
              <a:rPr lang="en-US" sz="1050" b="0" i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nxzen</a:t>
            </a:r>
            <a:endParaRPr lang="en-US" sz="1050" b="0" i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6B27E156-94B0-EADF-7944-3E9AE7EBE8B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466414" y="6446533"/>
            <a:ext cx="5381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B3822103-0F29-2BF0-600D-AC3EE515218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5530" y="6319565"/>
            <a:ext cx="1599638" cy="619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31253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theme" Target="../theme/theme1.xml"/><Relationship Id="rId23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slideLayout" Target="../slideLayouts/slideLayout23.xml"/><Relationship Id="rId3" Type="http://schemas.openxmlformats.org/officeDocument/2006/relationships/slideLayout" Target="../slideLayouts/slideLayout24.xml"/><Relationship Id="rId4" Type="http://schemas.openxmlformats.org/officeDocument/2006/relationships/slideLayout" Target="../slideLayouts/slideLayout25.xml"/><Relationship Id="rId5" Type="http://schemas.openxmlformats.org/officeDocument/2006/relationships/slideLayout" Target="../slideLayouts/slideLayout26.xml"/><Relationship Id="rId6" Type="http://schemas.openxmlformats.org/officeDocument/2006/relationships/slideLayout" Target="../slideLayouts/slideLayout27.xml"/><Relationship Id="rId7" Type="http://schemas.openxmlformats.org/officeDocument/2006/relationships/slideLayout" Target="../slideLayouts/slideLayout28.xml"/><Relationship Id="rId8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5.xml"/><Relationship Id="rId15" Type="http://schemas.openxmlformats.org/officeDocument/2006/relationships/slideLayout" Target="../slideLayouts/slideLayout36.xml"/><Relationship Id="rId16" Type="http://schemas.openxmlformats.org/officeDocument/2006/relationships/slideLayout" Target="../slideLayouts/slideLayout37.xml"/><Relationship Id="rId17" Type="http://schemas.openxmlformats.org/officeDocument/2006/relationships/slideLayout" Target="../slideLayouts/slideLayout38.xml"/><Relationship Id="rId18" Type="http://schemas.openxmlformats.org/officeDocument/2006/relationships/slideLayout" Target="../slideLayouts/slideLayout39.xml"/><Relationship Id="rId19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41.xml"/><Relationship Id="rId21" Type="http://schemas.openxmlformats.org/officeDocument/2006/relationships/theme" Target="../theme/theme2.xml"/><Relationship Id="rId2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981D4D4-5808-C051-B809-251080601F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978" y="1794978"/>
            <a:ext cx="10814840" cy="4160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1"/>
            <a:r>
              <a:rPr lang="en-GB" dirty="0" err="1"/>
              <a:t>Bodycopy</a:t>
            </a:r>
            <a:endParaRPr lang="en-GB" dirty="0"/>
          </a:p>
          <a:p>
            <a:pPr lvl="3"/>
            <a:r>
              <a:rPr lang="en-GB" dirty="0"/>
              <a:t>Bulleted List</a:t>
            </a:r>
          </a:p>
          <a:p>
            <a:pPr lvl="4"/>
            <a:r>
              <a:rPr lang="en-GB" dirty="0"/>
              <a:t>Numbered List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2C966FE-1BA2-62A2-98C1-D51E196E50D8}"/>
              </a:ext>
            </a:extLst>
          </p:cNvPr>
          <p:cNvSpPr/>
          <p:nvPr userDrawn="1"/>
        </p:nvSpPr>
        <p:spPr>
          <a:xfrm>
            <a:off x="-12" y="6384010"/>
            <a:ext cx="12192012" cy="473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8D061C-6BCA-3FEE-A120-5446B79823B8}"/>
              </a:ext>
            </a:extLst>
          </p:cNvPr>
          <p:cNvSpPr txBox="1"/>
          <p:nvPr userDrawn="1"/>
        </p:nvSpPr>
        <p:spPr>
          <a:xfrm>
            <a:off x="10147413" y="6492875"/>
            <a:ext cx="13190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 b="0" i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Confidential: </a:t>
            </a:r>
            <a:r>
              <a:rPr lang="en-US" sz="1050" b="0" i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nxzen</a:t>
            </a:r>
            <a:endParaRPr lang="en-US" sz="1050" b="0" i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CE7F74-35D4-1BBE-0E84-04A373492688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466414" y="6446533"/>
            <a:ext cx="5381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bg1"/>
                </a:solidFill>
              </a:defRPr>
            </a:lvl1pPr>
          </a:lstStyle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F480DA44-5C6E-1E94-C96F-B9572EAAA644}"/>
              </a:ext>
            </a:extLst>
          </p:cNvPr>
          <p:cNvPicPr>
            <a:picLocks noChangeAspect="1"/>
          </p:cNvPicPr>
          <p:nvPr userDrawn="1"/>
        </p:nvPicPr>
        <p:blipFill>
          <a:blip r:embed="rId2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5530" y="6319565"/>
            <a:ext cx="1599638" cy="619059"/>
          </a:xfrm>
          <a:prstGeom prst="rect">
            <a:avLst/>
          </a:prstGeom>
        </p:spPr>
      </p:pic>
      <p:sp>
        <p:nvSpPr>
          <p:cNvPr id="15" name="Google Shape;21;p2">
            <a:extLst>
              <a:ext uri="{FF2B5EF4-FFF2-40B4-BE49-F238E27FC236}">
                <a16:creationId xmlns:a16="http://schemas.microsoft.com/office/drawing/2014/main" id="{C046DA72-7495-29EB-E7B1-9AD3D2688548}"/>
              </a:ext>
            </a:extLst>
          </p:cNvPr>
          <p:cNvSpPr txBox="1">
            <a:spLocks/>
          </p:cNvSpPr>
          <p:nvPr userDrawn="1"/>
        </p:nvSpPr>
        <p:spPr>
          <a:xfrm>
            <a:off x="691976" y="564566"/>
            <a:ext cx="10814839" cy="743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200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500" b="0" i="1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dirty="0"/>
              <a:t>Click to add heading</a:t>
            </a:r>
          </a:p>
        </p:txBody>
      </p:sp>
      <p:sp>
        <p:nvSpPr>
          <p:cNvPr id="20" name="Text Box 1">
            <a:extLst>
              <a:ext uri="{FF2B5EF4-FFF2-40B4-BE49-F238E27FC236}">
                <a16:creationId xmlns:a16="http://schemas.microsoft.com/office/drawing/2014/main" id="{221967DC-363F-8FE3-CE18-AC31223E60C1}"/>
              </a:ext>
            </a:extLst>
          </p:cNvPr>
          <p:cNvSpPr txBox="1"/>
          <p:nvPr userDrawn="1"/>
        </p:nvSpPr>
        <p:spPr>
          <a:xfrm>
            <a:off x="685181" y="1431153"/>
            <a:ext cx="10821634" cy="330200"/>
          </a:xfrm>
          <a:prstGeom prst="roundRect">
            <a:avLst/>
          </a:prstGeom>
          <a:solidFill>
            <a:schemeClr val="accent1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Rounded MT Bold" panose="020F0704030504030204" pitchFamily="34" charset="0"/>
                <a:cs typeface="Arial"/>
                <a:sym typeface="Arial"/>
              </a:rPr>
              <a:t>SUBTITLE, SPACING ‘LOOSE’, ALL CAPS, SIZE 14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869" r:id="rId1"/>
    <p:sldLayoutId id="2147483765" r:id="rId2"/>
    <p:sldLayoutId id="2147483778" r:id="rId3"/>
    <p:sldLayoutId id="2147483779" r:id="rId4"/>
    <p:sldLayoutId id="2147483736" r:id="rId5"/>
    <p:sldLayoutId id="2147483777" r:id="rId6"/>
    <p:sldLayoutId id="2147483734" r:id="rId7"/>
    <p:sldLayoutId id="2147483774" r:id="rId8"/>
    <p:sldLayoutId id="2147483775" r:id="rId9"/>
    <p:sldLayoutId id="2147483776" r:id="rId10"/>
    <p:sldLayoutId id="2147483729" r:id="rId11"/>
    <p:sldLayoutId id="2147483839" r:id="rId12"/>
    <p:sldLayoutId id="2147483730" r:id="rId13"/>
    <p:sldLayoutId id="2147483771" r:id="rId14"/>
    <p:sldLayoutId id="2147483748" r:id="rId15"/>
    <p:sldLayoutId id="2147483725" r:id="rId16"/>
    <p:sldLayoutId id="2147483841" r:id="rId17"/>
    <p:sldLayoutId id="2147483749" r:id="rId18"/>
    <p:sldLayoutId id="2147483750" r:id="rId19"/>
    <p:sldLayoutId id="2147483840" r:id="rId20"/>
    <p:sldLayoutId id="2147483870" r:id="rId2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5000" b="0" i="1" u="none" strike="noStrike" cap="none">
          <a:solidFill>
            <a:srgbClr val="000000"/>
          </a:solidFill>
          <a:latin typeface="Times New Roman" panose="02020603050405020304" pitchFamily="18" charset="0"/>
          <a:ea typeface="Times New Roman" panose="02020603050405020304" pitchFamily="18" charset="0"/>
          <a:cs typeface="Times New Roman" panose="02020603050405020304" pitchFamily="18" charset="0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L="0" marR="0" lvl="0" indent="49213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SzTx/>
        <a:buFont typeface="Arial"/>
        <a:buNone/>
        <a:tabLst/>
        <a:defRPr sz="1400" b="0" i="0" u="none" strike="noStrike" cap="none" spc="0" baseline="0">
          <a:solidFill>
            <a:srgbClr val="000000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  <a:sym typeface="Arial"/>
        </a:defRPr>
      </a:lvl2pPr>
      <a:lvl3pPr marL="0" marR="0" lvl="2" indent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chemeClr val="accent2"/>
        </a:buClr>
        <a:buSzPct val="120000"/>
        <a:buFont typeface="Arial" panose="020B0604020202020204" pitchFamily="34" charset="0"/>
        <a:buNone/>
        <a:defRPr sz="1800" b="1" i="0" u="none" strike="noStrike" cap="none" spc="300">
          <a:solidFill>
            <a:srgbClr val="000000"/>
          </a:solidFill>
          <a:latin typeface="Arial Rounded MT Bold" panose="020F0704030504030204" pitchFamily="34" charset="77"/>
          <a:ea typeface="Arial Rounded MT Bold" panose="020F0704030504030204" pitchFamily="34" charset="77"/>
          <a:cs typeface="Calibri" panose="020F0502020204030204" pitchFamily="34" charset="0"/>
          <a:sym typeface="Arial"/>
        </a:defRPr>
      </a:lvl3pPr>
      <a:lvl4pPr marL="342900" marR="0" lvl="3" indent="-34290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chemeClr val="accent3"/>
        </a:buClr>
        <a:buSzPct val="100000"/>
        <a:buFont typeface="Arial" panose="020B0604020202020204" pitchFamily="34" charset="0"/>
        <a:buChar char="•"/>
        <a:defRPr sz="1400" b="0" i="0" u="none" strike="noStrike" cap="none">
          <a:solidFill>
            <a:srgbClr val="000000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  <a:sym typeface="Arial"/>
        </a:defRPr>
      </a:lvl4pPr>
      <a:lvl5pPr marL="342900" marR="0" lvl="4" indent="-34290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chemeClr val="accent3"/>
        </a:buClr>
        <a:buFont typeface="+mj-lt"/>
        <a:buAutoNum type="arabicPeriod"/>
        <a:defRPr sz="1400" b="0" i="0" u="none" strike="noStrike" cap="none">
          <a:solidFill>
            <a:srgbClr val="000000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  <a:sym typeface="Arial"/>
        </a:defRPr>
      </a:lvl5pPr>
      <a:lvl6pPr marL="285750" marR="0" lvl="5" indent="-28575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 pitchFamily="34" charset="0"/>
        <a:buChar char="•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5178">
          <p15:clr>
            <a:srgbClr val="F26B43"/>
          </p15:clr>
        </p15:guide>
        <p15:guide id="2" orient="horz" pos="2160">
          <p15:clr>
            <a:srgbClr val="F26B43"/>
          </p15:clr>
        </p15:guide>
        <p15:guide id="3" orient="horz" pos="4320">
          <p15:clr>
            <a:srgbClr val="F26B43"/>
          </p15:clr>
        </p15:guide>
        <p15:guide id="4" pos="2593">
          <p15:clr>
            <a:srgbClr val="F26B43"/>
          </p15:clr>
        </p15:guide>
        <p15:guide id="5" pos="4316">
          <p15:clr>
            <a:srgbClr val="F26B43"/>
          </p15:clr>
        </p15:guide>
        <p15:guide id="6" pos="6902">
          <p15:clr>
            <a:srgbClr val="F26B43"/>
          </p15:clr>
        </p15:guide>
        <p15:guide id="7">
          <p15:clr>
            <a:srgbClr val="F26B43"/>
          </p15:clr>
        </p15:guide>
        <p15:guide id="8" orient="horz">
          <p15:clr>
            <a:srgbClr val="F26B43"/>
          </p15:clr>
        </p15:guide>
        <p15:guide id="9" pos="3454">
          <p15:clr>
            <a:srgbClr val="F26B43"/>
          </p15:clr>
        </p15:guide>
        <p15:guide id="10" orient="horz" pos="3249">
          <p15:clr>
            <a:srgbClr val="F26B43"/>
          </p15:clr>
        </p15:guide>
        <p15:guide id="11" orient="horz" pos="1071">
          <p15:clr>
            <a:srgbClr val="F26B43"/>
          </p15:clr>
        </p15:guide>
        <p15:guide id="12" pos="6040">
          <p15:clr>
            <a:srgbClr val="F26B43"/>
          </p15:clr>
        </p15:guide>
        <p15:guide id="13" pos="1731">
          <p15:clr>
            <a:srgbClr val="F26B43"/>
          </p15:clr>
        </p15:guide>
        <p15:guide id="14" pos="869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981D4D4-5808-C051-B809-251080601F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978" y="1794978"/>
            <a:ext cx="10814840" cy="4160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1"/>
            <a:r>
              <a:rPr lang="en-GB" dirty="0" err="1"/>
              <a:t>Bodycopy</a:t>
            </a:r>
            <a:endParaRPr lang="en-GB" dirty="0"/>
          </a:p>
          <a:p>
            <a:pPr lvl="3"/>
            <a:r>
              <a:rPr lang="en-GB" dirty="0"/>
              <a:t>Bulleted List</a:t>
            </a:r>
          </a:p>
          <a:p>
            <a:pPr lvl="4"/>
            <a:r>
              <a:rPr lang="en-GB" dirty="0"/>
              <a:t>Numbered List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2C966FE-1BA2-62A2-98C1-D51E196E50D8}"/>
              </a:ext>
            </a:extLst>
          </p:cNvPr>
          <p:cNvSpPr/>
          <p:nvPr userDrawn="1"/>
        </p:nvSpPr>
        <p:spPr>
          <a:xfrm>
            <a:off x="-12" y="6384010"/>
            <a:ext cx="12192012" cy="473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8D061C-6BCA-3FEE-A120-5446B79823B8}"/>
              </a:ext>
            </a:extLst>
          </p:cNvPr>
          <p:cNvSpPr txBox="1"/>
          <p:nvPr userDrawn="1"/>
        </p:nvSpPr>
        <p:spPr>
          <a:xfrm>
            <a:off x="10147413" y="6492875"/>
            <a:ext cx="13190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 b="0" i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Confidential: </a:t>
            </a:r>
            <a:r>
              <a:rPr lang="en-US" sz="1050" b="0" i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nxzen</a:t>
            </a:r>
            <a:endParaRPr lang="en-US" sz="1050" b="0" i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CE7F74-35D4-1BBE-0E84-04A373492688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466414" y="6446533"/>
            <a:ext cx="5381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bg1"/>
                </a:solidFill>
              </a:defRPr>
            </a:lvl1pPr>
          </a:lstStyle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F480DA44-5C6E-1E94-C96F-B9572EAAA644}"/>
              </a:ext>
            </a:extLst>
          </p:cNvPr>
          <p:cNvPicPr>
            <a:picLocks noChangeAspect="1"/>
          </p:cNvPicPr>
          <p:nvPr userDrawn="1"/>
        </p:nvPicPr>
        <p:blipFill>
          <a:blip r:embed="rId2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5530" y="6319565"/>
            <a:ext cx="1599638" cy="619059"/>
          </a:xfrm>
          <a:prstGeom prst="rect">
            <a:avLst/>
          </a:prstGeom>
        </p:spPr>
      </p:pic>
      <p:sp>
        <p:nvSpPr>
          <p:cNvPr id="2" name="Google Shape;22;p2">
            <a:extLst>
              <a:ext uri="{FF2B5EF4-FFF2-40B4-BE49-F238E27FC236}">
                <a16:creationId xmlns:a16="http://schemas.microsoft.com/office/drawing/2014/main" id="{D5464680-865F-2EF3-9A89-7B710A75FB35}"/>
              </a:ext>
            </a:extLst>
          </p:cNvPr>
          <p:cNvSpPr txBox="1">
            <a:spLocks/>
          </p:cNvSpPr>
          <p:nvPr userDrawn="1"/>
        </p:nvSpPr>
        <p:spPr>
          <a:xfrm>
            <a:off x="691978" y="1487188"/>
            <a:ext cx="10814841" cy="261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tabLst/>
              <a:defRPr sz="1400" b="1" i="0" u="none" strike="noStrike" cap="none" spc="300" baseline="0">
                <a:solidFill>
                  <a:schemeClr val="tx1"/>
                </a:solidFill>
                <a:latin typeface="Arial Rounded MT Bold" panose="020F0704030504030204" pitchFamily="34" charset="77"/>
                <a:ea typeface="Arial Rounded MT Bold" panose="020F0704030504030204" pitchFamily="34" charset="77"/>
                <a:cs typeface="Calibri" panose="020F0502020204030204" pitchFamily="34" charset="0"/>
                <a:sym typeface="Arial"/>
              </a:defRPr>
            </a:lvl1pPr>
            <a:lvl2pPr marL="914400" marR="0" lvl="1" indent="-228600" algn="l" rtl="0" eaLnBrk="1" hangingPunct="1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1400" b="0" i="0" u="none" strike="noStrike" cap="none" spc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defRPr>
            </a:lvl2pPr>
            <a:lvl3pPr marL="1371600" marR="0" lvl="2" indent="-228600" algn="l" rtl="0" eaLnBrk="1" hangingPunct="1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 panose="020B0604020202020204" pitchFamily="34" charset="0"/>
              <a:buNone/>
              <a:defRPr sz="1800" b="1" i="0" u="none" strike="noStrike" cap="none" spc="300">
                <a:solidFill>
                  <a:srgbClr val="000000"/>
                </a:solidFill>
                <a:latin typeface="Arial Rounded MT Bold" panose="020F0704030504030204" pitchFamily="34" charset="77"/>
                <a:ea typeface="Arial Rounded MT Bold" panose="020F0704030504030204" pitchFamily="34" charset="77"/>
                <a:cs typeface="Calibri" panose="020F0502020204030204" pitchFamily="34" charset="0"/>
                <a:sym typeface="Arial"/>
              </a:defRPr>
            </a:lvl3pPr>
            <a:lvl4pPr marL="1828800" marR="0" lvl="3" indent="-228600" algn="l" rtl="0" eaLnBrk="1" hangingPunct="1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Arial" panose="020B0604020202020204" pitchFamily="34" charset="0"/>
              <a:buNone/>
              <a:defRPr sz="1400" b="0" i="0" u="none" strike="noStrike" cap="none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defRPr>
            </a:lvl4pPr>
            <a:lvl5pPr marL="2286000" marR="0" lvl="4" indent="-228600" algn="l" rtl="0" eaLnBrk="1" hangingPunct="1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+mj-lt"/>
              <a:buNone/>
              <a:defRPr sz="1400" b="0" i="0" u="none" strike="noStrike" cap="none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defRPr>
            </a:lvl5pPr>
            <a:lvl6pPr marL="2743200" marR="0" lvl="5" indent="-342900" algn="l" rtl="0" eaLnBrk="1" hangingPunct="1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 pitchFamily="34" charset="0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 eaLnBrk="1" hangingPunct="1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 eaLnBrk="1" hangingPunct="1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 eaLnBrk="1" hangingPunct="1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b="0" dirty="0">
                <a:solidFill>
                  <a:schemeClr val="accent1"/>
                </a:solidFill>
              </a:rPr>
              <a:t>SUBTITLE, SPACING ‘LOOSE’, ALL CAPS, SIZE 14</a:t>
            </a:r>
          </a:p>
        </p:txBody>
      </p:sp>
      <p:sp>
        <p:nvSpPr>
          <p:cNvPr id="15" name="Google Shape;21;p2">
            <a:extLst>
              <a:ext uri="{FF2B5EF4-FFF2-40B4-BE49-F238E27FC236}">
                <a16:creationId xmlns:a16="http://schemas.microsoft.com/office/drawing/2014/main" id="{C046DA72-7495-29EB-E7B1-9AD3D2688548}"/>
              </a:ext>
            </a:extLst>
          </p:cNvPr>
          <p:cNvSpPr txBox="1">
            <a:spLocks/>
          </p:cNvSpPr>
          <p:nvPr userDrawn="1"/>
        </p:nvSpPr>
        <p:spPr>
          <a:xfrm>
            <a:off x="691976" y="564566"/>
            <a:ext cx="10814839" cy="743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200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500" b="0" i="1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dirty="0">
                <a:solidFill>
                  <a:schemeClr val="tx2"/>
                </a:solidFill>
              </a:rPr>
              <a:t>Click to add heading</a:t>
            </a:r>
          </a:p>
        </p:txBody>
      </p:sp>
    </p:spTree>
    <p:extLst>
      <p:ext uri="{BB962C8B-B14F-4D97-AF65-F5344CB8AC3E}">
        <p14:creationId xmlns:p14="http://schemas.microsoft.com/office/powerpoint/2010/main" val="550684538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843" r:id="rId1"/>
    <p:sldLayoutId id="2147483846" r:id="rId2"/>
    <p:sldLayoutId id="2147483862" r:id="rId3"/>
    <p:sldLayoutId id="2147483863" r:id="rId4"/>
    <p:sldLayoutId id="2147483860" r:id="rId5"/>
    <p:sldLayoutId id="2147483861" r:id="rId6"/>
    <p:sldLayoutId id="2147483856" r:id="rId7"/>
    <p:sldLayoutId id="2147483857" r:id="rId8"/>
    <p:sldLayoutId id="2147483858" r:id="rId9"/>
    <p:sldLayoutId id="2147483859" r:id="rId10"/>
    <p:sldLayoutId id="2147483852" r:id="rId11"/>
    <p:sldLayoutId id="2147483853" r:id="rId12"/>
    <p:sldLayoutId id="2147483854" r:id="rId13"/>
    <p:sldLayoutId id="2147483855" r:id="rId14"/>
    <p:sldLayoutId id="2147483864" r:id="rId15"/>
    <p:sldLayoutId id="2147483865" r:id="rId16"/>
    <p:sldLayoutId id="2147483866" r:id="rId17"/>
    <p:sldLayoutId id="2147483867" r:id="rId18"/>
    <p:sldLayoutId id="2147483868" r:id="rId19"/>
    <p:sldLayoutId id="2147483847" r:id="rId2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5000" b="0" i="1" u="none" strike="noStrike" cap="none">
          <a:solidFill>
            <a:srgbClr val="000000"/>
          </a:solidFill>
          <a:latin typeface="Times New Roman" panose="02020603050405020304" pitchFamily="18" charset="0"/>
          <a:ea typeface="Times New Roman" panose="02020603050405020304" pitchFamily="18" charset="0"/>
          <a:cs typeface="Times New Roman" panose="02020603050405020304" pitchFamily="18" charset="0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L="0" marR="0" lvl="0" indent="49213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SzTx/>
        <a:buFont typeface="Arial"/>
        <a:buNone/>
        <a:tabLst/>
        <a:defRPr sz="1400" b="0" i="0" u="none" strike="noStrike" cap="none" spc="0" baseline="0">
          <a:solidFill>
            <a:srgbClr val="000000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chemeClr val="tx2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  <a:sym typeface="Arial"/>
        </a:defRPr>
      </a:lvl2pPr>
      <a:lvl3pPr marL="0" marR="0" lvl="2" indent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chemeClr val="accent2"/>
        </a:buClr>
        <a:buSzPct val="120000"/>
        <a:buFont typeface="Arial" panose="020B0604020202020204" pitchFamily="34" charset="0"/>
        <a:buNone/>
        <a:defRPr sz="1800" b="1" i="0" u="none" strike="noStrike" cap="none" spc="300">
          <a:solidFill>
            <a:srgbClr val="000000"/>
          </a:solidFill>
          <a:latin typeface="Arial Rounded MT Bold" panose="020F0704030504030204" pitchFamily="34" charset="77"/>
          <a:ea typeface="Arial Rounded MT Bold" panose="020F0704030504030204" pitchFamily="34" charset="77"/>
          <a:cs typeface="Calibri" panose="020F0502020204030204" pitchFamily="34" charset="0"/>
          <a:sym typeface="Arial"/>
        </a:defRPr>
      </a:lvl3pPr>
      <a:lvl4pPr marL="342900" marR="0" lvl="3" indent="-34290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chemeClr val="accent1"/>
        </a:buClr>
        <a:buSzPct val="100000"/>
        <a:buFont typeface="Arial" panose="020B0604020202020204" pitchFamily="34" charset="0"/>
        <a:buChar char="•"/>
        <a:defRPr sz="1400" b="0" i="0" u="none" strike="noStrike" cap="none">
          <a:solidFill>
            <a:schemeClr val="tx2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  <a:sym typeface="Arial"/>
        </a:defRPr>
      </a:lvl4pPr>
      <a:lvl5pPr marL="342900" marR="0" lvl="4" indent="-34290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chemeClr val="accent1"/>
        </a:buClr>
        <a:buFont typeface="+mj-lt"/>
        <a:buAutoNum type="arabicPeriod"/>
        <a:defRPr sz="1400" b="0" i="0" u="none" strike="noStrike" cap="none">
          <a:solidFill>
            <a:schemeClr val="tx2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  <a:sym typeface="Arial"/>
        </a:defRPr>
      </a:lvl5pPr>
      <a:lvl6pPr marL="0" marR="0" lvl="5" indent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 pitchFamily="34" charset="0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5178">
          <p15:clr>
            <a:srgbClr val="F26B43"/>
          </p15:clr>
        </p15:guide>
        <p15:guide id="2" orient="horz" pos="2160">
          <p15:clr>
            <a:srgbClr val="F26B43"/>
          </p15:clr>
        </p15:guide>
        <p15:guide id="3" orient="horz" pos="4320">
          <p15:clr>
            <a:srgbClr val="F26B43"/>
          </p15:clr>
        </p15:guide>
        <p15:guide id="4" pos="2593">
          <p15:clr>
            <a:srgbClr val="F26B43"/>
          </p15:clr>
        </p15:guide>
        <p15:guide id="5" pos="4316">
          <p15:clr>
            <a:srgbClr val="F26B43"/>
          </p15:clr>
        </p15:guide>
        <p15:guide id="6" pos="6902">
          <p15:clr>
            <a:srgbClr val="F26B43"/>
          </p15:clr>
        </p15:guide>
        <p15:guide id="7">
          <p15:clr>
            <a:srgbClr val="F26B43"/>
          </p15:clr>
        </p15:guide>
        <p15:guide id="8" orient="horz">
          <p15:clr>
            <a:srgbClr val="F26B43"/>
          </p15:clr>
        </p15:guide>
        <p15:guide id="9" pos="3454">
          <p15:clr>
            <a:srgbClr val="F26B43"/>
          </p15:clr>
        </p15:guide>
        <p15:guide id="10" orient="horz" pos="3249">
          <p15:clr>
            <a:srgbClr val="F26B43"/>
          </p15:clr>
        </p15:guide>
        <p15:guide id="11" orient="horz" pos="1071">
          <p15:clr>
            <a:srgbClr val="F26B43"/>
          </p15:clr>
        </p15:guide>
        <p15:guide id="12" pos="6040">
          <p15:clr>
            <a:srgbClr val="F26B43"/>
          </p15:clr>
        </p15:guide>
        <p15:guide id="13" pos="1731">
          <p15:clr>
            <a:srgbClr val="F26B43"/>
          </p15:clr>
        </p15:guide>
        <p15:guide id="14" pos="869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ZENOPS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AI Co-Worker for Enterprise Operations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0" sz="quarter"/>
          </p:nvPr>
        </p:nvSpPr>
        <p:spPr/>
      </p:sp>
      <p:sp>
        <p:nvSpPr>
          <p:cNvPr id="5" name="TextBox 4"/>
          <p:cNvSpPr txBox="1"/>
          <p:nvPr/>
        </p:nvSpPr>
        <p:spPr>
          <a:xfrm>
            <a:off x="548640" y="53035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FFFFFF"/>
                </a:solidFill>
              </a:rPr>
              <a:t>Transforming Enterprise IT — 24/7 Autonomous Resolution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760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Confidential — April 2026</a:t>
            </a:r>
          </a:p>
        </p:txBody>
      </p:sp>
    </p:spTree>
  </p:cSld>
  <p:clrMapOvr>
    <a:masterClrMapping/>
  </p:clrMapOvr>
</p:sld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ZENOPS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AI Co-Worker for Enterprise Operations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0" sz="quarter"/>
          </p:nvPr>
        </p:nvSpPr>
        <p:spPr/>
      </p:sp>
      <p:sp>
        <p:nvSpPr>
          <p:cNvPr id="5" name="TextBox 4"/>
          <p:cNvSpPr txBox="1"/>
          <p:nvPr/>
        </p:nvSpPr>
        <p:spPr>
          <a:xfrm>
            <a:off x="548640" y="53035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FFFFFF"/>
                </a:solidFill>
              </a:rPr>
              <a:t>Transforming Enterprise IT — 24/7 Autonomous Resolution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760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Confidential —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Today's Agenda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502920" cy="457200"/>
          </a:xfrm>
          <a:prstGeom prst="roundRect">
            <a:avLst/>
          </a:prstGeom>
          <a:solidFill>
            <a:srgbClr val="74D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30304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6002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30304"/>
                </a:solidFill>
              </a:rPr>
              <a:t>The Problem — enterprise IT automation gap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12848"/>
            <a:ext cx="502920" cy="457200"/>
          </a:xfrm>
          <a:prstGeom prst="roundRect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30304"/>
                </a:solidFill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25856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30304"/>
                </a:solidFill>
              </a:rPr>
              <a:t>Why Now — three forces aligning in 2024-26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871215"/>
            <a:ext cx="502920" cy="457200"/>
          </a:xfrm>
          <a:prstGeom prst="roundRect">
            <a:avLst/>
          </a:prstGeom>
          <a:solidFill>
            <a:srgbClr val="AD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30304"/>
                </a:solidFill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916935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30304"/>
                </a:solidFill>
              </a:rPr>
              <a:t>The ZENOPS Solution — what it does &amp; how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529584"/>
            <a:ext cx="502920" cy="457200"/>
          </a:xfrm>
          <a:prstGeom prst="roundRect">
            <a:avLst/>
          </a:prstGeom>
          <a:solidFill>
            <a:srgbClr val="ECF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30304"/>
                </a:solidFill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575304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30304"/>
                </a:solidFill>
              </a:rPr>
              <a:t>Architecture — current demo → enterprise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187952"/>
            <a:ext cx="502920" cy="457200"/>
          </a:xfrm>
          <a:prstGeom prst="roundRect">
            <a:avLst/>
          </a:prstGeom>
          <a:solidFill>
            <a:srgbClr val="FF71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30304"/>
                </a:solidFill>
              </a:rP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23367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30304"/>
                </a:solidFill>
              </a:rPr>
              <a:t>Business Case — ROI, competition, pricing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846320"/>
            <a:ext cx="502920" cy="457200"/>
          </a:xfrm>
          <a:prstGeom prst="roundRect">
            <a:avLst/>
          </a:prstGeom>
          <a:solidFill>
            <a:srgbClr val="74D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30304"/>
                </a:solidFill>
              </a:rPr>
              <a:t>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8920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30304"/>
                </a:solidFill>
              </a:rPr>
              <a:t>Go-to-Market &amp; Roadmap — 6-10 weeks to pilot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504688"/>
            <a:ext cx="502920" cy="457200"/>
          </a:xfrm>
          <a:prstGeom prst="roundRect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30304"/>
                </a:solidFill>
              </a:rPr>
              <a:t>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555040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30304"/>
                </a:solidFill>
              </a:rPr>
              <a:t>Next Steps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Today's Agenda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502920" cy="457200"/>
          </a:xfrm>
          <a:prstGeom prst="roundRect">
            <a:avLst/>
          </a:prstGeom>
          <a:solidFill>
            <a:srgbClr val="74D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30304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6002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30304"/>
                </a:solidFill>
              </a:rPr>
              <a:t>The Problem — enterprise IT automation gap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12848"/>
            <a:ext cx="502920" cy="457200"/>
          </a:xfrm>
          <a:prstGeom prst="roundRect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30304"/>
                </a:solidFill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25856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30304"/>
                </a:solidFill>
              </a:rPr>
              <a:t>Why Now — three forces aligning in 2024-26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871215"/>
            <a:ext cx="502920" cy="457200"/>
          </a:xfrm>
          <a:prstGeom prst="roundRect">
            <a:avLst/>
          </a:prstGeom>
          <a:solidFill>
            <a:srgbClr val="AD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30304"/>
                </a:solidFill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916935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30304"/>
                </a:solidFill>
              </a:rPr>
              <a:t>The ZENOPS Solution — what it does &amp; how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529584"/>
            <a:ext cx="502920" cy="457200"/>
          </a:xfrm>
          <a:prstGeom prst="roundRect">
            <a:avLst/>
          </a:prstGeom>
          <a:solidFill>
            <a:srgbClr val="ECF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30304"/>
                </a:solidFill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575304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30304"/>
                </a:solidFill>
              </a:rPr>
              <a:t>Architecture — current demo → enterprise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187952"/>
            <a:ext cx="502920" cy="457200"/>
          </a:xfrm>
          <a:prstGeom prst="roundRect">
            <a:avLst/>
          </a:prstGeom>
          <a:solidFill>
            <a:srgbClr val="FF71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30304"/>
                </a:solidFill>
              </a:rP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23367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30304"/>
                </a:solidFill>
              </a:rPr>
              <a:t>Business Case — ROI, competition, pricing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846320"/>
            <a:ext cx="502920" cy="457200"/>
          </a:xfrm>
          <a:prstGeom prst="roundRect">
            <a:avLst/>
          </a:prstGeom>
          <a:solidFill>
            <a:srgbClr val="74D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30304"/>
                </a:solidFill>
              </a:rPr>
              <a:t>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8920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30304"/>
                </a:solidFill>
              </a:rPr>
              <a:t>Go-to-Market &amp; Roadmap — 6-10 weeks to pilot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504688"/>
            <a:ext cx="502920" cy="457200"/>
          </a:xfrm>
          <a:prstGeom prst="roundRect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30304"/>
                </a:solidFill>
              </a:rPr>
              <a:t>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555040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30304"/>
                </a:solidFill>
              </a:rPr>
              <a:t>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3" name="Oval 2"/>
          <p:cNvSpPr/>
          <p:nvPr/>
        </p:nvSpPr>
        <p:spPr>
          <a:xfrm>
            <a:off x="0" y="0"/>
            <a:ext cx="12188952" cy="6858000"/>
          </a:xfrm>
          <a:prstGeom prst="ellipse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37744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8DE971"/>
                </a:solidFill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3832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The enterprise IT automation gap that costs billions every year</a:t>
            </a:r>
          </a:p>
        </p:txBody>
      </p:sp>
      <p:sp>
        <p:nvSpPr>
          <p:cNvPr id="6" name="Oval 5"/>
          <p:cNvSpPr/>
          <p:nvPr/>
        </p:nvSpPr>
        <p:spPr>
          <a:xfrm>
            <a:off x="1371600" y="3337560"/>
            <a:ext cx="5029200" cy="18288"/>
          </a:xfrm>
          <a:prstGeom prst="ellipse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3" name="Oval 2"/>
          <p:cNvSpPr/>
          <p:nvPr/>
        </p:nvSpPr>
        <p:spPr>
          <a:xfrm>
            <a:off x="0" y="0"/>
            <a:ext cx="12188952" cy="6858000"/>
          </a:xfrm>
          <a:prstGeom prst="ellipse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37744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8DE971"/>
                </a:solidFill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3832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The enterprise IT automation gap that costs billions every year</a:t>
            </a:r>
          </a:p>
        </p:txBody>
      </p:sp>
      <p:sp>
        <p:nvSpPr>
          <p:cNvPr id="6" name="Oval 5"/>
          <p:cNvSpPr/>
          <p:nvPr/>
        </p:nvSpPr>
        <p:spPr>
          <a:xfrm>
            <a:off x="1371600" y="3337560"/>
            <a:ext cx="5029200" cy="18288"/>
          </a:xfrm>
          <a:prstGeom prst="ellipse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Enterprise IT Automation Gap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3657600" cy="1965960"/>
          </a:xfrm>
          <a:prstGeom prst="roundRect">
            <a:avLst/>
          </a:prstGeom>
          <a:solidFill>
            <a:srgbClr val="FF7176"/>
          </a:solidFill>
          <a:ln w="12700">
            <a:solidFill>
              <a:srgbClr val="FF71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57276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30304"/>
                </a:solidFill>
              </a:rPr>
              <a:t>Repetitive Ticket Work</a:t>
            </a:r>
          </a:p>
        </p:txBody>
      </p:sp>
      <p:sp>
        <p:nvSpPr>
          <p:cNvPr id="7" name="Oval 6"/>
          <p:cNvSpPr/>
          <p:nvPr/>
        </p:nvSpPr>
        <p:spPr>
          <a:xfrm>
            <a:off x="594360" y="1965960"/>
            <a:ext cx="3200400" cy="18288"/>
          </a:xfrm>
          <a:prstGeom prst="ellipse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057400"/>
            <a:ext cx="33832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30304"/>
                </a:solidFill>
              </a:rPr>
              <a:t>L1 agents spend 70%+ of their day on password resets, account
creations &amp; cross-system copy-paste. Teams of 50–500 doing rote work.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463040"/>
            <a:ext cx="3657600" cy="1965960"/>
          </a:xfrm>
          <a:prstGeom prst="roundRect">
            <a:avLst/>
          </a:prstGeom>
          <a:solidFill>
            <a:srgbClr val="ECF166"/>
          </a:solidFill>
          <a:ln w="12700">
            <a:solidFill>
              <a:srgbClr val="ECF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57276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30304"/>
                </a:solidFill>
              </a:rPr>
              <a:t>Slow Resolution Times</a:t>
            </a:r>
          </a:p>
        </p:txBody>
      </p:sp>
      <p:sp>
        <p:nvSpPr>
          <p:cNvPr id="11" name="Oval 10"/>
          <p:cNvSpPr/>
          <p:nvPr/>
        </p:nvSpPr>
        <p:spPr>
          <a:xfrm>
            <a:off x="4480560" y="1965960"/>
            <a:ext cx="3200400" cy="18288"/>
          </a:xfrm>
          <a:prstGeom prst="ellipse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2057400"/>
            <a:ext cx="33832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30304"/>
                </a:solidFill>
              </a:rPr>
              <a:t>Employees wait 2+ hours for routine requests. Gartner: avg. 30 min
lost productivity per IT ticket across the workforce.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463040"/>
            <a:ext cx="3657600" cy="1965960"/>
          </a:xfrm>
          <a:prstGeom prst="roundRect">
            <a:avLst/>
          </a:prstGeom>
          <a:solidFill>
            <a:srgbClr val="74D1EA"/>
          </a:solidFill>
          <a:ln w="12700">
            <a:solidFill>
              <a:srgbClr val="74D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157276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30304"/>
                </a:solidFill>
              </a:rPr>
              <a:t>System Sprawl</a:t>
            </a:r>
          </a:p>
        </p:txBody>
      </p:sp>
      <p:sp>
        <p:nvSpPr>
          <p:cNvPr id="15" name="Oval 14"/>
          <p:cNvSpPr/>
          <p:nvPr/>
        </p:nvSpPr>
        <p:spPr>
          <a:xfrm>
            <a:off x="8366760" y="1965960"/>
            <a:ext cx="3200400" cy="18288"/>
          </a:xfrm>
          <a:prstGeom prst="ellipse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2057400"/>
            <a:ext cx="33832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30304"/>
                </a:solidFill>
              </a:rPr>
              <a:t>Same data needed in 3–5 platforms. Someone copies it by hand —
errors, rework, and "swivel-chair integration tax" every day.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657600"/>
            <a:ext cx="3657600" cy="1965960"/>
          </a:xfrm>
          <a:prstGeom prst="roundRect">
            <a:avLst/>
          </a:prstGeom>
          <a:solidFill>
            <a:srgbClr val="AD96DC"/>
          </a:solidFill>
          <a:ln w="12700">
            <a:solidFill>
              <a:srgbClr val="AD9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76732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30304"/>
                </a:solidFill>
              </a:rPr>
              <a:t>Off-Hours Coverage Gaps</a:t>
            </a:r>
          </a:p>
        </p:txBody>
      </p:sp>
      <p:sp>
        <p:nvSpPr>
          <p:cNvPr id="19" name="Oval 18"/>
          <p:cNvSpPr/>
          <p:nvPr/>
        </p:nvSpPr>
        <p:spPr>
          <a:xfrm>
            <a:off x="594360" y="4160520"/>
            <a:ext cx="3200400" cy="18288"/>
          </a:xfrm>
          <a:prstGeom prst="ellipse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251960"/>
            <a:ext cx="33832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30304"/>
                </a:solidFill>
              </a:rPr>
              <a:t>A user in Singapore raises a ticket at 3 AM US time.
Nothing happens until morning. Global ops suffer.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3657600"/>
            <a:ext cx="3657600" cy="1965960"/>
          </a:xfrm>
          <a:prstGeom prst="roundRect">
            <a:avLst/>
          </a:prstGeom>
          <a:solidFill>
            <a:srgbClr val="8DE971"/>
          </a:solidFill>
          <a:ln w="12700">
            <a:solidFill>
              <a:srgbClr val="8DE9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60" y="376732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30304"/>
                </a:solidFill>
              </a:rPr>
              <a:t>Inconsistent Quality &amp; Audit Risk</a:t>
            </a:r>
          </a:p>
        </p:txBody>
      </p:sp>
      <p:sp>
        <p:nvSpPr>
          <p:cNvPr id="23" name="Oval 22"/>
          <p:cNvSpPr/>
          <p:nvPr/>
        </p:nvSpPr>
        <p:spPr>
          <a:xfrm>
            <a:off x="4480560" y="4160520"/>
            <a:ext cx="3200400" cy="18288"/>
          </a:xfrm>
          <a:prstGeom prst="ellipse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80560" y="4251960"/>
            <a:ext cx="33832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30304"/>
                </a:solidFill>
              </a:rPr>
              <a:t>Different agents resolve the same issue differently. Access changes
logged inconsistently — compliance exposure for auditors.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Enterprise IT Automation Gap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3657600" cy="1965960"/>
          </a:xfrm>
          <a:prstGeom prst="roundRect">
            <a:avLst/>
          </a:prstGeom>
          <a:solidFill>
            <a:srgbClr val="FF7176"/>
          </a:solidFill>
          <a:ln w="12700">
            <a:solidFill>
              <a:srgbClr val="FF71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57276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30304"/>
                </a:solidFill>
              </a:rPr>
              <a:t>Repetitive Ticket Work</a:t>
            </a:r>
          </a:p>
        </p:txBody>
      </p:sp>
      <p:sp>
        <p:nvSpPr>
          <p:cNvPr id="7" name="Oval 6"/>
          <p:cNvSpPr/>
          <p:nvPr/>
        </p:nvSpPr>
        <p:spPr>
          <a:xfrm>
            <a:off x="594360" y="1965960"/>
            <a:ext cx="3200400" cy="18288"/>
          </a:xfrm>
          <a:prstGeom prst="ellipse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057400"/>
            <a:ext cx="33832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30304"/>
                </a:solidFill>
              </a:rPr>
              <a:t>L1 agents spend 70%+ of their day on password resets, account
creations &amp; cross-system copy-paste. Teams of 50–500 doing rote work.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463040"/>
            <a:ext cx="3657600" cy="1965960"/>
          </a:xfrm>
          <a:prstGeom prst="roundRect">
            <a:avLst/>
          </a:prstGeom>
          <a:solidFill>
            <a:srgbClr val="ECF166"/>
          </a:solidFill>
          <a:ln w="12700">
            <a:solidFill>
              <a:srgbClr val="ECF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57276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30304"/>
                </a:solidFill>
              </a:rPr>
              <a:t>Slow Resolution Times</a:t>
            </a:r>
          </a:p>
        </p:txBody>
      </p:sp>
      <p:sp>
        <p:nvSpPr>
          <p:cNvPr id="11" name="Oval 10"/>
          <p:cNvSpPr/>
          <p:nvPr/>
        </p:nvSpPr>
        <p:spPr>
          <a:xfrm>
            <a:off x="4480560" y="1965960"/>
            <a:ext cx="3200400" cy="18288"/>
          </a:xfrm>
          <a:prstGeom prst="ellipse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2057400"/>
            <a:ext cx="33832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30304"/>
                </a:solidFill>
              </a:rPr>
              <a:t>Employees wait 2+ hours for routine requests. Gartner: avg. 30 min
lost productivity per IT ticket across the workforce.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463040"/>
            <a:ext cx="3657600" cy="1965960"/>
          </a:xfrm>
          <a:prstGeom prst="roundRect">
            <a:avLst/>
          </a:prstGeom>
          <a:solidFill>
            <a:srgbClr val="74D1EA"/>
          </a:solidFill>
          <a:ln w="12700">
            <a:solidFill>
              <a:srgbClr val="74D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157276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30304"/>
                </a:solidFill>
              </a:rPr>
              <a:t>System Sprawl</a:t>
            </a:r>
          </a:p>
        </p:txBody>
      </p:sp>
      <p:sp>
        <p:nvSpPr>
          <p:cNvPr id="15" name="Oval 14"/>
          <p:cNvSpPr/>
          <p:nvPr/>
        </p:nvSpPr>
        <p:spPr>
          <a:xfrm>
            <a:off x="8366760" y="1965960"/>
            <a:ext cx="3200400" cy="18288"/>
          </a:xfrm>
          <a:prstGeom prst="ellipse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2057400"/>
            <a:ext cx="33832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30304"/>
                </a:solidFill>
              </a:rPr>
              <a:t>Same data needed in 3–5 platforms. Someone copies it by hand —
errors, rework, and "swivel-chair integration tax" every day.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657600"/>
            <a:ext cx="3657600" cy="1965960"/>
          </a:xfrm>
          <a:prstGeom prst="roundRect">
            <a:avLst/>
          </a:prstGeom>
          <a:solidFill>
            <a:srgbClr val="AD96DC"/>
          </a:solidFill>
          <a:ln w="12700">
            <a:solidFill>
              <a:srgbClr val="AD9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76732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30304"/>
                </a:solidFill>
              </a:rPr>
              <a:t>Off-Hours Coverage Gaps</a:t>
            </a:r>
          </a:p>
        </p:txBody>
      </p:sp>
      <p:sp>
        <p:nvSpPr>
          <p:cNvPr id="19" name="Oval 18"/>
          <p:cNvSpPr/>
          <p:nvPr/>
        </p:nvSpPr>
        <p:spPr>
          <a:xfrm>
            <a:off x="594360" y="4160520"/>
            <a:ext cx="3200400" cy="18288"/>
          </a:xfrm>
          <a:prstGeom prst="ellipse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251960"/>
            <a:ext cx="33832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30304"/>
                </a:solidFill>
              </a:rPr>
              <a:t>A user in Singapore raises a ticket at 3 AM US time.
Nothing happens until morning. Global ops suffer.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3657600"/>
            <a:ext cx="3657600" cy="1965960"/>
          </a:xfrm>
          <a:prstGeom prst="roundRect">
            <a:avLst/>
          </a:prstGeom>
          <a:solidFill>
            <a:srgbClr val="8DE971"/>
          </a:solidFill>
          <a:ln w="12700">
            <a:solidFill>
              <a:srgbClr val="8DE9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60" y="376732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30304"/>
                </a:solidFill>
              </a:rPr>
              <a:t>Inconsistent Quality &amp; Audit Risk</a:t>
            </a:r>
          </a:p>
        </p:txBody>
      </p:sp>
      <p:sp>
        <p:nvSpPr>
          <p:cNvPr id="23" name="Oval 22"/>
          <p:cNvSpPr/>
          <p:nvPr/>
        </p:nvSpPr>
        <p:spPr>
          <a:xfrm>
            <a:off x="4480560" y="4160520"/>
            <a:ext cx="3200400" cy="18288"/>
          </a:xfrm>
          <a:prstGeom prst="ellipse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80560" y="4251960"/>
            <a:ext cx="33832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30304"/>
                </a:solidFill>
              </a:rPr>
              <a:t>Different agents resolve the same issue differently. Access changes
logged inconsistently — compliance exposure for auditors.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Now — Three Forces Aligning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3566160" cy="914400"/>
          </a:xfrm>
          <a:prstGeom prst="roundRect">
            <a:avLst/>
          </a:prstGeom>
          <a:solidFill>
            <a:srgbClr val="8DE971"/>
          </a:solidFill>
          <a:ln w="12700">
            <a:solidFill>
              <a:srgbClr val="8DE9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17320"/>
            <a:ext cx="731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30304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46304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30304"/>
                </a:solidFill>
              </a:rPr>
              <a:t>LLMs Crossed the
Reliability Threshold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23160"/>
            <a:ext cx="3337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Large language models now reliably drive real business actions —
not just generate text. They call APIs, complete tasks, handle
ambiguity, and maintain high accuracy at enterprise scale.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371600"/>
            <a:ext cx="3566160" cy="914400"/>
          </a:xfrm>
          <a:prstGeom prst="roundRect">
            <a:avLst/>
          </a:prstGeom>
          <a:solidFill>
            <a:srgbClr val="AD96DC"/>
          </a:solidFill>
          <a:ln w="12700">
            <a:solidFill>
              <a:srgbClr val="AD9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417320"/>
            <a:ext cx="731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30304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146304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30304"/>
                </a:solidFill>
              </a:rPr>
              <a:t>Model Context Protocol
(MCP) — Open Standard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423160"/>
            <a:ext cx="3337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Introduced by Anthropic in late 2024, MCP gives agents a common
language for talking to enterprise systems. Salesforce, GitHub,
Atlassian, ServiceNow are publishing official MCP connectors now.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371600"/>
            <a:ext cx="3566160" cy="914400"/>
          </a:xfrm>
          <a:prstGeom prst="roundRect">
            <a:avLst/>
          </a:prstGeom>
          <a:solidFill>
            <a:srgbClr val="74D1EA"/>
          </a:solidFill>
          <a:ln w="12700">
            <a:solidFill>
              <a:srgbClr val="74D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417320"/>
            <a:ext cx="731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30304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146304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30304"/>
                </a:solidFill>
              </a:rPr>
              <a:t>Buyer Demand at
All-Time High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423160"/>
            <a:ext cx="3337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Every major CIO survey in 2025–2026 lists "agentic AI for IT
operations" as a top-three priority. Boards are mandating AI ROI.
The budget question is no longer IF — it's WHO and WHEN.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943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DE971"/>
                </a:solidFill>
              </a:rPr>
              <a:t>→  These three forces together make ZENOPS possible today at the right price and with the right buyer appetite.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Now — Three Forces Aligning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3566160" cy="914400"/>
          </a:xfrm>
          <a:prstGeom prst="roundRect">
            <a:avLst/>
          </a:prstGeom>
          <a:solidFill>
            <a:srgbClr val="8DE971"/>
          </a:solidFill>
          <a:ln w="12700">
            <a:solidFill>
              <a:srgbClr val="8DE9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17320"/>
            <a:ext cx="731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30304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46304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30304"/>
                </a:solidFill>
              </a:rPr>
              <a:t>LLMs Crossed the
Reliability Threshold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23160"/>
            <a:ext cx="3337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Large language models now reliably drive real business actions —
not just generate text. They call APIs, complete tasks, handle
ambiguity, and maintain high accuracy at enterprise scale.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371600"/>
            <a:ext cx="3566160" cy="914400"/>
          </a:xfrm>
          <a:prstGeom prst="roundRect">
            <a:avLst/>
          </a:prstGeom>
          <a:solidFill>
            <a:srgbClr val="AD96DC"/>
          </a:solidFill>
          <a:ln w="12700">
            <a:solidFill>
              <a:srgbClr val="AD9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417320"/>
            <a:ext cx="731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30304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146304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30304"/>
                </a:solidFill>
              </a:rPr>
              <a:t>Model Context Protocol
(MCP) — Open Standard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423160"/>
            <a:ext cx="3337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Introduced by Anthropic in late 2024, MCP gives agents a common
language for talking to enterprise systems. Salesforce, GitHub,
Atlassian, ServiceNow are publishing official MCP connectors now.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371600"/>
            <a:ext cx="3566160" cy="914400"/>
          </a:xfrm>
          <a:prstGeom prst="roundRect">
            <a:avLst/>
          </a:prstGeom>
          <a:solidFill>
            <a:srgbClr val="74D1EA"/>
          </a:solidFill>
          <a:ln w="12700">
            <a:solidFill>
              <a:srgbClr val="74D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417320"/>
            <a:ext cx="731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30304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146304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30304"/>
                </a:solidFill>
              </a:rPr>
              <a:t>Buyer Demand at
All-Time High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423160"/>
            <a:ext cx="3337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Every major CIO survey in 2025–2026 lists "agentic AI for IT
operations" as a top-three priority. Boards are mandating AI ROI.
The budget question is no longer IF — it's WHO and WHEN.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943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DE971"/>
                </a:solidFill>
              </a:rPr>
              <a:t>→  These three forces together make ZENOPS possible today at the right price and with the right buyer appetite.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3" name="Oval 2"/>
          <p:cNvSpPr/>
          <p:nvPr/>
        </p:nvSpPr>
        <p:spPr>
          <a:xfrm>
            <a:off x="0" y="0"/>
            <a:ext cx="12188952" cy="6858000"/>
          </a:xfrm>
          <a:prstGeom prst="ellipse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AD96DC"/>
                </a:solidFill>
              </a:rP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918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ZENOPS: an AI co-worker that reads, decides, and acts — across all your systems</a:t>
            </a:r>
          </a:p>
        </p:txBody>
      </p:sp>
      <p:sp>
        <p:nvSpPr>
          <p:cNvPr id="6" name="Oval 5"/>
          <p:cNvSpPr/>
          <p:nvPr/>
        </p:nvSpPr>
        <p:spPr>
          <a:xfrm>
            <a:off x="1371600" y="3246120"/>
            <a:ext cx="5029200" cy="18288"/>
          </a:xfrm>
          <a:prstGeom prst="ellipse">
            <a:avLst/>
          </a:prstGeom>
          <a:solidFill>
            <a:srgbClr val="AD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ZENOPS?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365760" y="1280160"/>
            <a:ext cx="3474720" cy="594360"/>
          </a:xfrm>
          <a:prstGeom prst="roundRect">
            <a:avLst/>
          </a:prstGeom>
          <a:solidFill>
            <a:srgbClr val="74D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030304"/>
                </a:solidFill>
              </a:rPr>
              <a:t>READS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920240"/>
            <a:ext cx="3200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30304"/>
                </a:solidFill>
              </a:rPr>
              <a:t>Incoming employee
and customer requests
in plain language
"Reset my password"
"Onboard Priya Shah"
"Create a new vendor"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60520" y="1280160"/>
            <a:ext cx="3474720" cy="594360"/>
          </a:xfrm>
          <a:prstGeom prst="roundRect">
            <a:avLst/>
          </a:prstGeom>
          <a:solidFill>
            <a:srgbClr val="AD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030304"/>
                </a:solidFill>
              </a:rPr>
              <a:t>DECIDES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1920240"/>
            <a:ext cx="3200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30304"/>
                </a:solidFill>
              </a:rPr>
              <a:t>Which systems to use
Which tools to call
Fast-path or LLM-path
Same logic a senior
agent would apply —
in milliseconds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280160"/>
            <a:ext cx="3474720" cy="594360"/>
          </a:xfrm>
          <a:prstGeom prst="roundRect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030304"/>
                </a:solidFill>
              </a:rPr>
              <a:t>ACTS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1920240"/>
            <a:ext cx="3200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30304"/>
                </a:solidFill>
              </a:rPr>
              <a:t>Creates records
Updates systems
Sends notifications
Closes the ticket
24/7 · in seconds ·
with full audit trail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77639" y="14173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444444"/>
                </a:solidFill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14173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444444"/>
                </a:solidFill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5760720"/>
            <a:ext cx="11247120" cy="731520"/>
          </a:xfrm>
          <a:prstGeom prst="roundRect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FFFFFF"/>
                </a:solidFill>
              </a:rPr>
              <a:t>→  Think of ZENOPS as a new kind of employee: same systems access, same permissions — never sleeps, never makes a typo, logs everything.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ZENOPS Works — Request Flow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274320" y="11887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44444"/>
                </a:solidFill>
              </a:rPr>
              <a:t>INBOUND CHANNELS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463040"/>
            <a:ext cx="2377440" cy="640080"/>
          </a:xfrm>
          <a:prstGeom prst="roundRect">
            <a:avLst/>
          </a:prstGeom>
          <a:solidFill>
            <a:srgbClr val="74D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30304"/>
                </a:solidFill>
              </a:rPr>
              <a:t>Employee Portal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1463040"/>
            <a:ext cx="2377440" cy="640080"/>
          </a:xfrm>
          <a:prstGeom prst="roundRect">
            <a:avLst/>
          </a:prstGeom>
          <a:solidFill>
            <a:srgbClr val="74D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30304"/>
                </a:solidFill>
              </a:rPr>
              <a:t>ServiceNow Ticket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1463040"/>
            <a:ext cx="2377440" cy="640080"/>
          </a:xfrm>
          <a:prstGeom prst="roundRect">
            <a:avLst/>
          </a:prstGeom>
          <a:solidFill>
            <a:srgbClr val="74D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30304"/>
                </a:solidFill>
              </a:rPr>
              <a:t>Email / Webhook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2377440" cy="640080"/>
          </a:xfrm>
          <a:prstGeom prst="roundRect">
            <a:avLst/>
          </a:prstGeom>
          <a:solidFill>
            <a:srgbClr val="74D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30304"/>
                </a:solidFill>
              </a:rPr>
              <a:t>API Ingestion</a:t>
            </a:r>
          </a:p>
        </p:txBody>
      </p:sp>
      <p:sp>
        <p:nvSpPr>
          <p:cNvPr id="10" name="Oval 9"/>
          <p:cNvSpPr/>
          <p:nvPr/>
        </p:nvSpPr>
        <p:spPr>
          <a:xfrm>
            <a:off x="1554480" y="2121408"/>
            <a:ext cx="18288" cy="34747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114800" y="2121408"/>
            <a:ext cx="18288" cy="34747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675120" y="2121408"/>
            <a:ext cx="18288" cy="34747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235440" y="2121408"/>
            <a:ext cx="18288" cy="34747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65760" y="2468880"/>
            <a:ext cx="11247120" cy="731520"/>
          </a:xfrm>
          <a:prstGeom prst="roundRect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Ticket Orchestrator  —  classifies request · assigns action type · routes to agent</a:t>
            </a:r>
          </a:p>
        </p:txBody>
      </p:sp>
      <p:sp>
        <p:nvSpPr>
          <p:cNvPr id="15" name="Oval 14"/>
          <p:cNvSpPr/>
          <p:nvPr/>
        </p:nvSpPr>
        <p:spPr>
          <a:xfrm>
            <a:off x="5943600" y="3218688"/>
            <a:ext cx="18288" cy="30175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65760" y="3520440"/>
            <a:ext cx="5212080" cy="960120"/>
          </a:xfrm>
          <a:prstGeom prst="roundRect">
            <a:avLst/>
          </a:prstGeom>
          <a:solidFill>
            <a:srgbClr val="AD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</a:rPr>
              <a:t>FAST PATH
(deterministic handler)
Common patterns: password reset,
onboarding, lookup — zero LLM cost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3520440"/>
            <a:ext cx="5212080" cy="960120"/>
          </a:xfrm>
          <a:prstGeom prst="roundRect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030304"/>
                </a:solidFill>
              </a:rPr>
              <a:t>AI PATH
(Mistral / Claude LLM)
Complex or novel requests:
LLM selects tools, agent executes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703320"/>
            <a:ext cx="1005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444444"/>
                </a:solidFill>
              </a:rPr>
              <a:t>or</a:t>
            </a:r>
          </a:p>
        </p:txBody>
      </p:sp>
      <p:sp>
        <p:nvSpPr>
          <p:cNvPr id="19" name="Oval 18"/>
          <p:cNvSpPr/>
          <p:nvPr/>
        </p:nvSpPr>
        <p:spPr>
          <a:xfrm>
            <a:off x="2971800" y="4498848"/>
            <a:ext cx="18288" cy="30175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144000" y="4498848"/>
            <a:ext cx="18288" cy="30175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65760" y="4800600"/>
            <a:ext cx="11247120" cy="640080"/>
          </a:xfrm>
          <a:prstGeom prst="roundRect">
            <a:avLst/>
          </a:prstGeom>
          <a:solidFill>
            <a:srgbClr val="ECF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30304"/>
                </a:solidFill>
              </a:rPr>
              <a:t>MCP Unified Hub  —  54 tools across 4 enterprise systems  (Model Context Protocol)</a:t>
            </a:r>
          </a:p>
        </p:txBody>
      </p:sp>
      <p:sp>
        <p:nvSpPr>
          <p:cNvPr id="22" name="Oval 21"/>
          <p:cNvSpPr/>
          <p:nvPr/>
        </p:nvSpPr>
        <p:spPr>
          <a:xfrm>
            <a:off x="1554480" y="5458968"/>
            <a:ext cx="18288" cy="27432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931920" y="5458968"/>
            <a:ext cx="18288" cy="27432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09360" y="5458968"/>
            <a:ext cx="18288" cy="27432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686800" y="5458968"/>
            <a:ext cx="18288" cy="27432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698480" y="5458968"/>
            <a:ext cx="18288" cy="27432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74320" y="5760720"/>
            <a:ext cx="2103120" cy="640080"/>
          </a:xfrm>
          <a:prstGeom prst="round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ServiceNow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51760" y="5760720"/>
            <a:ext cx="2103120" cy="640080"/>
          </a:xfrm>
          <a:prstGeom prst="roundRect">
            <a:avLst/>
          </a:prstGeom>
          <a:solidFill>
            <a:srgbClr val="00A1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Salesforce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0" y="5760720"/>
            <a:ext cx="2103120" cy="64008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SAP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06640" y="5760720"/>
            <a:ext cx="2103120" cy="640080"/>
          </a:xfrm>
          <a:prstGeom prst="roundRect">
            <a:avLst/>
          </a:prstGeom>
          <a:solidFill>
            <a:srgbClr val="0086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MuleSoft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784080" y="5760720"/>
            <a:ext cx="2103120" cy="640080"/>
          </a:xfrm>
          <a:prstGeom prst="roundRect">
            <a:avLst/>
          </a:prstGeom>
          <a:solidFill>
            <a:srgbClr val="AD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Custom MCP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Real-World Example: New-Hire Onboarding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365760" y="1234440"/>
            <a:ext cx="5303520" cy="502920"/>
          </a:xfrm>
          <a:prstGeom prst="roundRect">
            <a:avLst/>
          </a:prstGeom>
          <a:solidFill>
            <a:srgbClr val="FF71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BEFORE  ZENOPS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51206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30304"/>
                </a:solidFill>
              </a:rPr>
              <a:t>1.  Manager files ticket in ServiceNow</a:t>
            </a:r>
          </a:p>
          <a:p>
            <a:pPr algn="l"/>
            <a:r>
              <a:rPr sz="1200" b="0">
                <a:solidFill>
                  <a:srgbClr val="030304"/>
                </a:solidFill>
              </a:rPr>
              <a:t>2.  Service-desk agent picks up (queue wait: 30 min – 2 hrs)</a:t>
            </a:r>
          </a:p>
          <a:p>
            <a:pPr algn="l"/>
            <a:r>
              <a:rPr sz="1200" b="0">
                <a:solidFill>
                  <a:srgbClr val="030304"/>
                </a:solidFill>
              </a:rPr>
              <a:t>3.  Agent logs into Salesforce → creates user record</a:t>
            </a:r>
          </a:p>
          <a:p>
            <a:pPr algn="l"/>
            <a:r>
              <a:rPr sz="1200" b="0">
                <a:solidFill>
                  <a:srgbClr val="030304"/>
                </a:solidFill>
              </a:rPr>
              <a:t>4.  Agent logs into SAP HR → creates employee record</a:t>
            </a:r>
          </a:p>
          <a:p>
            <a:pPr algn="l"/>
            <a:r>
              <a:rPr sz="1200" b="0">
                <a:solidFill>
                  <a:srgbClr val="030304"/>
                </a:solidFill>
              </a:rPr>
              <a:t>5.  Agent opens SAP work order for laptop provisioning</a:t>
            </a:r>
          </a:p>
          <a:p>
            <a:pPr algn="l"/>
            <a:r>
              <a:rPr sz="1200" b="0">
                <a:solidFill>
                  <a:srgbClr val="030304"/>
                </a:solidFill>
              </a:rPr>
              <a:t>6.  Agent sends welcome email &amp; posts KB link to new hire</a:t>
            </a:r>
          </a:p>
          <a:p>
            <a:pPr algn="l"/>
            <a:r>
              <a:rPr sz="1200" b="0">
                <a:solidFill>
                  <a:srgbClr val="030304"/>
                </a:solidFill>
              </a:rPr>
              <a:t>7.  Agent emails manager with confirmation</a:t>
            </a:r>
          </a:p>
          <a:p>
            <a:pPr algn="l"/>
            <a:r>
              <a:rPr sz="1200" b="0">
                <a:solidFill>
                  <a:srgbClr val="030304"/>
                </a:solidFill>
              </a:rPr>
              <a:t/>
            </a:r>
          </a:p>
          <a:p>
            <a:pPr algn="l"/>
            <a:r>
              <a:rPr sz="1200" b="0">
                <a:solidFill>
                  <a:srgbClr val="030304"/>
                </a:solidFill>
              </a:rPr>
              <a:t>⏱   Total time:  2–6 hours   |   People involved:  2–3</a:t>
            </a:r>
          </a:p>
          <a:p>
            <a:pPr algn="l"/>
            <a:r>
              <a:rPr sz="1200" b="0">
                <a:solidFill>
                  <a:srgbClr val="030304"/>
                </a:solidFill>
              </a:rPr>
              <a:t>💸  Cost:  1 FTE-hour of L1 agent time + management overhead</a:t>
            </a:r>
          </a:p>
        </p:txBody>
      </p:sp>
      <p:sp>
        <p:nvSpPr>
          <p:cNvPr id="7" name="Oval 6"/>
          <p:cNvSpPr/>
          <p:nvPr/>
        </p:nvSpPr>
        <p:spPr>
          <a:xfrm>
            <a:off x="5806440" y="1234440"/>
            <a:ext cx="18288" cy="18288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806440" y="1234440"/>
            <a:ext cx="36576" cy="530352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89320" y="1234440"/>
            <a:ext cx="5669280" cy="502920"/>
          </a:xfrm>
          <a:prstGeom prst="roundRect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30304"/>
                </a:solidFill>
              </a:rPr>
              <a:t>WITH  ZENOPS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80760" y="1828800"/>
            <a:ext cx="5486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30304"/>
                </a:solidFill>
              </a:rPr>
              <a:t>1.  Manager files ticket in ServiceNow</a:t>
            </a:r>
          </a:p>
          <a:p>
            <a:pPr algn="l"/>
            <a:r>
              <a:rPr sz="1200" b="0">
                <a:solidFill>
                  <a:srgbClr val="030304"/>
                </a:solidFill>
              </a:rPr>
              <a:t>2.  Ticket Orchestrator classifies: USER_ONBOARDING</a:t>
            </a:r>
          </a:p>
          <a:p>
            <a:pPr algn="l"/>
            <a:r>
              <a:rPr sz="1200" b="0">
                <a:solidFill>
                  <a:srgbClr val="030304"/>
                </a:solidFill>
              </a:rPr>
              <a:t>3.  Agent reads ticket in plain language</a:t>
            </a:r>
          </a:p>
          <a:p>
            <a:pPr algn="l"/>
            <a:r>
              <a:rPr sz="1200" b="0">
                <a:solidFill>
                  <a:srgbClr val="030304"/>
                </a:solidFill>
              </a:rPr>
              <a:t>4.  MCP calls:</a:t>
            </a:r>
          </a:p>
          <a:p>
            <a:pPr algn="l"/>
            <a:r>
              <a:rPr sz="1200" b="0">
                <a:solidFill>
                  <a:srgbClr val="030304"/>
                </a:solidFill>
              </a:rPr>
              <a:t>       • sf_create_user  →  Salesforce record created</a:t>
            </a:r>
          </a:p>
          <a:p>
            <a:pPr algn="l"/>
            <a:r>
              <a:rPr sz="1200" b="0">
                <a:solidFill>
                  <a:srgbClr val="030304"/>
                </a:solidFill>
              </a:rPr>
              <a:t>       • sap_create_user →  SAP HR record created</a:t>
            </a:r>
          </a:p>
          <a:p>
            <a:pPr algn="l"/>
            <a:r>
              <a:rPr sz="1200" b="0">
                <a:solidFill>
                  <a:srgbClr val="030304"/>
                </a:solidFill>
              </a:rPr>
              <a:t>       • sap_create_work_order → laptop provisioning</a:t>
            </a:r>
          </a:p>
          <a:p>
            <a:pPr algn="l"/>
            <a:r>
              <a:rPr sz="1200" b="0">
                <a:solidFill>
                  <a:srgbClr val="030304"/>
                </a:solidFill>
              </a:rPr>
              <a:t>       • send_email  →  welcome email dispatched</a:t>
            </a:r>
          </a:p>
          <a:p>
            <a:pPr algn="l"/>
            <a:r>
              <a:rPr sz="1200" b="0">
                <a:solidFill>
                  <a:srgbClr val="030304"/>
                </a:solidFill>
              </a:rPr>
              <a:t>       • sn_close_ticket  →  ticket resolved &amp; logged</a:t>
            </a:r>
          </a:p>
          <a:p>
            <a:pPr algn="l"/>
            <a:r>
              <a:rPr sz="1200" b="0">
                <a:solidFill>
                  <a:srgbClr val="030304"/>
                </a:solidFill>
              </a:rPr>
              <a:t/>
            </a:r>
          </a:p>
          <a:p>
            <a:pPr algn="l"/>
            <a:r>
              <a:rPr sz="1200" b="0">
                <a:solidFill>
                  <a:srgbClr val="030304"/>
                </a:solidFill>
              </a:rPr>
              <a:t>⏱   Total time:  ~30 seconds   |   People involved:  0</a:t>
            </a:r>
          </a:p>
          <a:p>
            <a:pPr algn="l"/>
            <a:r>
              <a:rPr sz="1200" b="0">
                <a:solidFill>
                  <a:srgbClr val="030304"/>
                </a:solidFill>
              </a:rPr>
              <a:t>✅  Full audit log. Consistent. Always-on.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Cases ZENOPS Handles Today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365760" y="1371600"/>
            <a:ext cx="3566160" cy="502920"/>
          </a:xfrm>
          <a:prstGeom prst="roundRect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30304"/>
                </a:solidFill>
              </a:rPr>
              <a:t>Identity &amp; Access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33832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30304"/>
                </a:solidFill>
              </a:rPr>
              <a:t>Password resets · Account creation
Access requests · Role provisioning
User deactivation / offboarding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60" y="1371600"/>
            <a:ext cx="3566160" cy="502920"/>
          </a:xfrm>
          <a:prstGeom prst="roundRect">
            <a:avLst/>
          </a:prstGeom>
          <a:solidFill>
            <a:srgbClr val="AD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30304"/>
                </a:solidFill>
              </a:rPr>
              <a:t>Employee Lifecycle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1920240"/>
            <a:ext cx="33832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30304"/>
                </a:solidFill>
              </a:rPr>
              <a:t>New-hire onboarding (full stack)
Role changes · Location transfers
Equipment provisioning via SAP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3520440"/>
            <a:ext cx="3566160" cy="502920"/>
          </a:xfrm>
          <a:prstGeom prst="roundRect">
            <a:avLst/>
          </a:prstGeom>
          <a:solidFill>
            <a:srgbClr val="74D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30304"/>
                </a:solidFill>
              </a:rPr>
              <a:t>Customer &amp; Vendor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4069080"/>
            <a:ext cx="33832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30304"/>
                </a:solidFill>
              </a:rPr>
              <a:t>New contact/account creation
Vendor onboarding across CRM + ERP
Service case creation &amp; routing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3520440"/>
            <a:ext cx="3566160" cy="502920"/>
          </a:xfrm>
          <a:prstGeom prst="roundRect">
            <a:avLst/>
          </a:prstGeom>
          <a:solidFill>
            <a:srgbClr val="ECF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30304"/>
                </a:solidFill>
              </a:rPr>
              <a:t>Approvals &amp; Orders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069080"/>
            <a:ext cx="33832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30304"/>
                </a:solidFill>
              </a:rPr>
              <a:t>Work order creation &amp; approval
Expense line routing
Low-risk change management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60" y="5669280"/>
            <a:ext cx="3566160" cy="502920"/>
          </a:xfrm>
          <a:prstGeom prst="roundRect">
            <a:avLst/>
          </a:prstGeom>
          <a:solidFill>
            <a:srgbClr val="FF71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30304"/>
                </a:solidFill>
              </a:rPr>
              <a:t>Insight &amp; Reporting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6217920"/>
            <a:ext cx="33832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30304"/>
                </a:solidFill>
              </a:rPr>
              <a:t>Cross-system 360° customer view
Enterprise health dashboard
Ticket triage &amp; escalation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5669280"/>
            <a:ext cx="3566160" cy="502920"/>
          </a:xfrm>
          <a:prstGeom prst="roundRect">
            <a:avLst/>
          </a:prstGeom>
          <a:solidFill>
            <a:srgbClr val="AD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30304"/>
                </a:solidFill>
              </a:rPr>
              <a:t>Integration &amp; Ops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6217920"/>
            <a:ext cx="33832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30304"/>
                </a:solidFill>
              </a:rPr>
              <a:t>MuleSoft route status checks
Cross-platform data sync
Scheduled batch operations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3" name="Oval 2"/>
          <p:cNvSpPr/>
          <p:nvPr/>
        </p:nvSpPr>
        <p:spPr>
          <a:xfrm>
            <a:off x="0" y="0"/>
            <a:ext cx="12188952" cy="6858000"/>
          </a:xfrm>
          <a:prstGeom prst="ellipse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1945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74D1EA"/>
                </a:solidFill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461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Demo state today  →  Enterprise-grade target architecture</a:t>
            </a:r>
          </a:p>
        </p:txBody>
      </p:sp>
      <p:sp>
        <p:nvSpPr>
          <p:cNvPr id="6" name="Oval 5"/>
          <p:cNvSpPr/>
          <p:nvPr/>
        </p:nvSpPr>
        <p:spPr>
          <a:xfrm>
            <a:off x="1371600" y="3200400"/>
            <a:ext cx="5029200" cy="18288"/>
          </a:xfrm>
          <a:prstGeom prst="ellipse">
            <a:avLst/>
          </a:prstGeom>
          <a:solidFill>
            <a:srgbClr val="74D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Architecture — Demo (Phase 0)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365760" y="1188720"/>
            <a:ext cx="1280160" cy="274320"/>
          </a:xfrm>
          <a:prstGeom prst="roundRect">
            <a:avLst/>
          </a:prstGeom>
          <a:solidFill>
            <a:srgbClr val="FF71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DEMO STATE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1188720"/>
            <a:ext cx="1280160" cy="274320"/>
          </a:xfrm>
          <a:prstGeom prst="round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LOCAL DOCKER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600200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44444"/>
                </a:solidFill>
              </a:rP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286000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44444"/>
                </a:solidFill>
              </a:rPr>
              <a:t>ROUTER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971800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44444"/>
                </a:solidFill>
              </a:rPr>
              <a:t>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3703320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44444"/>
                </a:solidFill>
              </a:rPr>
              <a:t>MCP HUB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434840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44444"/>
                </a:solidFill>
              </a:rPr>
              <a:t>SYSTEMS</a:t>
            </a:r>
          </a:p>
        </p:txBody>
      </p:sp>
      <p:sp>
        <p:nvSpPr>
          <p:cNvPr id="12" name="Oval 11"/>
          <p:cNvSpPr/>
          <p:nvPr/>
        </p:nvSpPr>
        <p:spPr>
          <a:xfrm>
            <a:off x="1325880" y="1572768"/>
            <a:ext cx="10515600" cy="18288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25880" y="2267712"/>
            <a:ext cx="10515600" cy="18288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325880" y="2944368"/>
            <a:ext cx="10515600" cy="18288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25880" y="3675887"/>
            <a:ext cx="10515600" cy="18288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325880" y="4407408"/>
            <a:ext cx="10515600" cy="18288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371600" y="1600200"/>
            <a:ext cx="2560320" cy="502920"/>
          </a:xfrm>
          <a:prstGeom prst="roundRect">
            <a:avLst/>
          </a:prstGeom>
          <a:solidFill>
            <a:srgbClr val="74D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030304"/>
                </a:solidFill>
              </a:rPr>
              <a:t>Client Portal
(nginx :2005)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0" y="1600200"/>
            <a:ext cx="2560320" cy="502920"/>
          </a:xfrm>
          <a:prstGeom prst="roundRect">
            <a:avLst/>
          </a:prstGeom>
          <a:solidFill>
            <a:srgbClr val="74D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030304"/>
                </a:solidFill>
              </a:rPr>
              <a:t>ServiceNow Frontend
(:4780)</a:t>
            </a:r>
          </a:p>
        </p:txBody>
      </p:sp>
      <p:sp>
        <p:nvSpPr>
          <p:cNvPr id="19" name="Oval 18"/>
          <p:cNvSpPr/>
          <p:nvPr/>
        </p:nvSpPr>
        <p:spPr>
          <a:xfrm>
            <a:off x="2651760" y="2121408"/>
            <a:ext cx="18288" cy="18288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394960" y="2121408"/>
            <a:ext cx="18288" cy="18288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371600" y="2286000"/>
            <a:ext cx="9601200" cy="548640"/>
          </a:xfrm>
          <a:prstGeom prst="roundRect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</a:rPr>
              <a:t>Ticket Orchestrator  (FastAPI · SQLite · :2486)  —  classifies · routes · stores tickets</a:t>
            </a:r>
          </a:p>
        </p:txBody>
      </p:sp>
      <p:sp>
        <p:nvSpPr>
          <p:cNvPr id="22" name="Oval 21"/>
          <p:cNvSpPr/>
          <p:nvPr/>
        </p:nvSpPr>
        <p:spPr>
          <a:xfrm>
            <a:off x="6126480" y="2852928"/>
            <a:ext cx="18288" cy="18288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371600" y="2990088"/>
            <a:ext cx="4389120" cy="566928"/>
          </a:xfrm>
          <a:prstGeom prst="roundRect">
            <a:avLst/>
          </a:prstGeom>
          <a:solidFill>
            <a:srgbClr val="AD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>NetworkOpsAgent  (FastAPI · :7532)
Mistral AI  ←→  fast-path handlers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2990088"/>
            <a:ext cx="4572000" cy="566928"/>
          </a:xfrm>
          <a:prstGeom prst="round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>Continuous Processor
(polls Orchestrator every 10 s)</a:t>
            </a:r>
          </a:p>
        </p:txBody>
      </p:sp>
      <p:sp>
        <p:nvSpPr>
          <p:cNvPr id="25" name="Oval 24"/>
          <p:cNvSpPr/>
          <p:nvPr/>
        </p:nvSpPr>
        <p:spPr>
          <a:xfrm>
            <a:off x="3566160" y="3575304"/>
            <a:ext cx="18288" cy="18288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686800" y="3575304"/>
            <a:ext cx="18288" cy="18288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371600" y="3749039"/>
            <a:ext cx="9601200" cy="530352"/>
          </a:xfrm>
          <a:prstGeom prst="roundRect">
            <a:avLst/>
          </a:prstGeom>
          <a:solidFill>
            <a:srgbClr val="ECF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30304"/>
                </a:solidFill>
              </a:rPr>
              <a:t>MCP Unified Hub  (mcp_unified.py · stdio · 54 tools)  —  single monolithic MCP server</a:t>
            </a:r>
          </a:p>
        </p:txBody>
      </p:sp>
      <p:sp>
        <p:nvSpPr>
          <p:cNvPr id="28" name="Oval 27"/>
          <p:cNvSpPr/>
          <p:nvPr/>
        </p:nvSpPr>
        <p:spPr>
          <a:xfrm>
            <a:off x="2560320" y="4297680"/>
            <a:ext cx="18288" cy="201168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480560" y="4297680"/>
            <a:ext cx="18288" cy="201168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00800" y="4297680"/>
            <a:ext cx="18288" cy="201168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321040" y="4297680"/>
            <a:ext cx="18288" cy="201168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241280" y="4297680"/>
            <a:ext cx="18288" cy="201168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371600" y="4526280"/>
            <a:ext cx="1828800" cy="640080"/>
          </a:xfrm>
          <a:prstGeom prst="round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>ServiceNow
clone :4780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474720" y="4526280"/>
            <a:ext cx="1828800" cy="640080"/>
          </a:xfrm>
          <a:prstGeom prst="round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>Salesforce
clone :4799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577840" y="4526280"/>
            <a:ext cx="1828800" cy="640080"/>
          </a:xfrm>
          <a:prstGeom prst="round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>SAP
clone :4798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680960" y="4526280"/>
            <a:ext cx="1828800" cy="640080"/>
          </a:xfrm>
          <a:prstGeom prst="round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>MuleSoft
clone :4797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601200" y="4526280"/>
            <a:ext cx="1828800" cy="640080"/>
          </a:xfrm>
          <a:prstGeom prst="round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>SQLite
Orchestrator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71600" y="53035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7176"/>
                </a:solidFill>
              </a:rPr>
              <a:t>⚠  All enterprise backends are LOCAL CLONES (no real Salesforce/SAP/ServiceNow traffic). Single tenant. No auth. SQLite.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71600" y="5669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44444"/>
                </a:solidFill>
              </a:rPr>
              <a:t>Stack: Python 3.11 · FastAPI · Uvicorn · Mistral Agents API · MCP SDK ≥1.0 · React 18 + TypeScript · Docker Compose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MCP Layer: Demo vs Enterprise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365760" y="11430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4444"/>
                </a:solidFill>
              </a:rPr>
              <a:t>Model Context Protocol (MCP) is the open standard (Anthropic, 2024) that lets AI agents talk to enterprise tools.  We already use it — the gap is in transport, auth, and multi-tenancy.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17320" y="1508760"/>
            <a:ext cx="3200400" cy="411480"/>
          </a:xfrm>
          <a:prstGeom prst="roundRect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DIMENSION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1508760"/>
            <a:ext cx="3200400" cy="411480"/>
          </a:xfrm>
          <a:prstGeom prst="roundRect">
            <a:avLst/>
          </a:prstGeom>
          <a:solidFill>
            <a:srgbClr val="FF71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OUR DEMO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508760"/>
            <a:ext cx="3840480" cy="411480"/>
          </a:xfrm>
          <a:prstGeom prst="roundRect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30304"/>
                </a:solidFill>
              </a:rPr>
              <a:t>ENTERPRISE TARGET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17320" y="1965960"/>
            <a:ext cx="3200400" cy="457200"/>
          </a:xfrm>
          <a:prstGeom prst="round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030304"/>
                </a:solidFill>
              </a:rPr>
              <a:t>Transport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1965960"/>
            <a:ext cx="3200400" cy="457200"/>
          </a:xfrm>
          <a:prstGeom prst="round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444444"/>
                </a:solidFill>
              </a:rPr>
              <a:t>stdio subprocess (local)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965960"/>
            <a:ext cx="3840480" cy="457200"/>
          </a:xfrm>
          <a:prstGeom prst="roundRect">
            <a:avLst/>
          </a:prstGeom>
          <a:solidFill>
            <a:srgbClr val="EEF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30304"/>
                </a:solidFill>
              </a:rPr>
              <a:t>HTTP+SSE / Streamable HTTP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17320" y="2459736"/>
            <a:ext cx="3200400" cy="457200"/>
          </a:xfrm>
          <a:prstGeom prst="round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030304"/>
                </a:solidFill>
              </a:rPr>
              <a:t>Auth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0" y="2459736"/>
            <a:ext cx="3200400" cy="457200"/>
          </a:xfrm>
          <a:prstGeom prst="round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444444"/>
                </a:solidFill>
              </a:rPr>
              <a:t>None (stdio = trusted child)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459736"/>
            <a:ext cx="3840480" cy="457200"/>
          </a:xfrm>
          <a:prstGeom prst="roundRect">
            <a:avLst/>
          </a:prstGeom>
          <a:solidFill>
            <a:srgbClr val="EEF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30304"/>
                </a:solidFill>
              </a:rPr>
              <a:t>OAuth 2.1 / mTLS / API key per tenant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17320" y="2953512"/>
            <a:ext cx="3200400" cy="457200"/>
          </a:xfrm>
          <a:prstGeom prst="round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030304"/>
                </a:solidFill>
              </a:rPr>
              <a:t>Multi-tenancy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0" y="2953512"/>
            <a:ext cx="3200400" cy="457200"/>
          </a:xfrm>
          <a:prstGeom prst="round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444444"/>
                </a:solidFill>
              </a:rPr>
              <a:t>Single tenant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2953512"/>
            <a:ext cx="3840480" cy="457200"/>
          </a:xfrm>
          <a:prstGeom prst="roundRect">
            <a:avLst/>
          </a:prstGeom>
          <a:solidFill>
            <a:srgbClr val="EEF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30304"/>
                </a:solidFill>
              </a:rPr>
              <a:t>tenant_id on every call; row-level security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17320" y="3447288"/>
            <a:ext cx="3200400" cy="457200"/>
          </a:xfrm>
          <a:prstGeom prst="round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030304"/>
                </a:solidFill>
              </a:rPr>
              <a:t>Routing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54880" y="3447288"/>
            <a:ext cx="3200400" cy="457200"/>
          </a:xfrm>
          <a:prstGeom prst="round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444444"/>
                </a:solidFill>
              </a:rPr>
              <a:t>Hardcoded to mcp_unified.py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3447288"/>
            <a:ext cx="3840480" cy="457200"/>
          </a:xfrm>
          <a:prstGeom prst="roundRect">
            <a:avLst/>
          </a:prstGeom>
          <a:solidFill>
            <a:srgbClr val="EEF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30304"/>
                </a:solidFill>
              </a:rPr>
              <a:t>MCP Gateway: N servers, tool→server registry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417320" y="3941064"/>
            <a:ext cx="3200400" cy="457200"/>
          </a:xfrm>
          <a:prstGeom prst="round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030304"/>
                </a:solidFill>
              </a:rPr>
              <a:t>Tool surface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0" y="3941064"/>
            <a:ext cx="3200400" cy="457200"/>
          </a:xfrm>
          <a:prstGeom prst="round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444444"/>
                </a:solidFill>
              </a:rPr>
              <a:t>54 tools, static list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0" y="3941064"/>
            <a:ext cx="3840480" cy="457200"/>
          </a:xfrm>
          <a:prstGeom prst="roundRect">
            <a:avLst/>
          </a:prstGeom>
          <a:solidFill>
            <a:srgbClr val="EEF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30304"/>
                </a:solidFill>
              </a:rPr>
              <a:t>100s of tools, paginated, versioned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417320" y="4434840"/>
            <a:ext cx="3200400" cy="457200"/>
          </a:xfrm>
          <a:prstGeom prst="round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030304"/>
                </a:solidFill>
              </a:rPr>
              <a:t>Audit log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54880" y="4434840"/>
            <a:ext cx="3200400" cy="457200"/>
          </a:xfrm>
          <a:prstGeom prst="round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444444"/>
                </a:solidFill>
              </a:rPr>
              <a:t>Basic Python logs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4434840"/>
            <a:ext cx="3840480" cy="457200"/>
          </a:xfrm>
          <a:prstGeom prst="roundRect">
            <a:avLst/>
          </a:prstGeom>
          <a:solidFill>
            <a:srgbClr val="EEF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30304"/>
                </a:solidFill>
              </a:rPr>
              <a:t>Immutable append-only log per tool call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417320" y="4928616"/>
            <a:ext cx="3200400" cy="457200"/>
          </a:xfrm>
          <a:prstGeom prst="round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030304"/>
                </a:solidFill>
              </a:rPr>
              <a:t>Reliability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0" y="4928616"/>
            <a:ext cx="3200400" cy="457200"/>
          </a:xfrm>
          <a:prstGeom prst="round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444444"/>
                </a:solidFill>
              </a:rPr>
              <a:t>No retries, no circuit breaker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20" y="4928616"/>
            <a:ext cx="3840480" cy="457200"/>
          </a:xfrm>
          <a:prstGeom prst="roundRect">
            <a:avLst/>
          </a:prstGeom>
          <a:solidFill>
            <a:srgbClr val="EEF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30304"/>
                </a:solidFill>
              </a:rPr>
              <a:t>Tenacity retries · circuit breaker · DLQ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417320" y="5422392"/>
            <a:ext cx="3200400" cy="457200"/>
          </a:xfrm>
          <a:prstGeom prst="round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030304"/>
                </a:solidFill>
              </a:rPr>
              <a:t>Scale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54880" y="5422392"/>
            <a:ext cx="3200400" cy="457200"/>
          </a:xfrm>
          <a:prstGeom prst="round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444444"/>
                </a:solidFill>
              </a:rPr>
              <a:t>Local docker-compose, 1 host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46720" y="5422392"/>
            <a:ext cx="3840480" cy="457200"/>
          </a:xfrm>
          <a:prstGeom prst="roundRect">
            <a:avLst/>
          </a:prstGeom>
          <a:solidFill>
            <a:srgbClr val="EEF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30304"/>
                </a:solidFill>
              </a:rPr>
              <a:t>Kubernetes · HPA · multi-AZ · blue-green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Target Enterprise Architecture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365760" y="1188720"/>
            <a:ext cx="1280160" cy="274320"/>
          </a:xfrm>
          <a:prstGeom prst="roundRect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30304"/>
                </a:solidFill>
              </a:rPr>
              <a:t>PRODUCTION TARGET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11680" y="1188720"/>
            <a:ext cx="1280160" cy="274320"/>
          </a:xfrm>
          <a:prstGeom prst="roundRect">
            <a:avLst/>
          </a:prstGeom>
          <a:solidFill>
            <a:srgbClr val="74D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30304"/>
                </a:solidFill>
              </a:rPr>
              <a:t>KUBERNETES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188720"/>
            <a:ext cx="1280160" cy="274320"/>
          </a:xfrm>
          <a:prstGeom prst="roundRect">
            <a:avLst/>
          </a:prstGeom>
          <a:solidFill>
            <a:srgbClr val="AD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MULTI-TENANT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600200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74D1EA"/>
                </a:solidFill>
              </a:rPr>
              <a:t>INGRESS</a:t>
            </a:r>
          </a:p>
        </p:txBody>
      </p:sp>
      <p:sp>
        <p:nvSpPr>
          <p:cNvPr id="9" name="Oval 8"/>
          <p:cNvSpPr/>
          <p:nvPr/>
        </p:nvSpPr>
        <p:spPr>
          <a:xfrm>
            <a:off x="1325880" y="1600200"/>
            <a:ext cx="10515600" cy="18288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2240280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030304"/>
                </a:solidFill>
              </a:rPr>
              <a:t>CONTROL</a:t>
            </a:r>
          </a:p>
        </p:txBody>
      </p:sp>
      <p:sp>
        <p:nvSpPr>
          <p:cNvPr id="11" name="Oval 10"/>
          <p:cNvSpPr/>
          <p:nvPr/>
        </p:nvSpPr>
        <p:spPr>
          <a:xfrm>
            <a:off x="1325880" y="2240280"/>
            <a:ext cx="10515600" cy="18288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2926080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AD96DC"/>
                </a:solidFill>
              </a:rPr>
              <a:t>AGENT</a:t>
            </a:r>
          </a:p>
        </p:txBody>
      </p:sp>
      <p:sp>
        <p:nvSpPr>
          <p:cNvPr id="13" name="Oval 12"/>
          <p:cNvSpPr/>
          <p:nvPr/>
        </p:nvSpPr>
        <p:spPr>
          <a:xfrm>
            <a:off x="1325880" y="2926080"/>
            <a:ext cx="10515600" cy="18288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3657600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ECF166"/>
                </a:solidFill>
              </a:rPr>
              <a:t>MCP GW</a:t>
            </a:r>
          </a:p>
        </p:txBody>
      </p:sp>
      <p:sp>
        <p:nvSpPr>
          <p:cNvPr id="15" name="Oval 14"/>
          <p:cNvSpPr/>
          <p:nvPr/>
        </p:nvSpPr>
        <p:spPr>
          <a:xfrm>
            <a:off x="1325880" y="3657600"/>
            <a:ext cx="10515600" cy="18288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4343400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444444"/>
                </a:solidFill>
              </a:rPr>
              <a:t>ENTERPRISE</a:t>
            </a:r>
          </a:p>
        </p:txBody>
      </p:sp>
      <p:sp>
        <p:nvSpPr>
          <p:cNvPr id="17" name="Oval 16"/>
          <p:cNvSpPr/>
          <p:nvPr/>
        </p:nvSpPr>
        <p:spPr>
          <a:xfrm>
            <a:off x="1325880" y="4343400"/>
            <a:ext cx="10515600" cy="18288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371600" y="1600200"/>
            <a:ext cx="10058400" cy="502920"/>
          </a:xfrm>
          <a:prstGeom prst="roundRect">
            <a:avLst/>
          </a:prstGeom>
          <a:solidFill>
            <a:srgbClr val="74D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30304"/>
                </a:solidFill>
              </a:rPr>
              <a:t>API Gateway (Kong)  —  TLS · WAF · rate limiting · JWT verify · OpenTelemetry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0" y="2121408"/>
            <a:ext cx="18288" cy="16459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371600" y="2286000"/>
            <a:ext cx="3200400" cy="530352"/>
          </a:xfrm>
          <a:prstGeom prst="roundRect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>Tenant Admin UI
(React — onboard, config, audit)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54880" y="2286000"/>
            <a:ext cx="3657600" cy="530352"/>
          </a:xfrm>
          <a:prstGeom prst="roundRect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>Ticket Orchestrator  (PostgreSQL + Redis)
route · classify · DLQ · event emit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95360" y="2286000"/>
            <a:ext cx="2834640" cy="530352"/>
          </a:xfrm>
          <a:prstGeom prst="roundRect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>Webhook Ingress
(ServiceNow forwarder)</a:t>
            </a:r>
          </a:p>
        </p:txBody>
      </p:sp>
      <p:sp>
        <p:nvSpPr>
          <p:cNvPr id="23" name="Oval 22"/>
          <p:cNvSpPr/>
          <p:nvPr/>
        </p:nvSpPr>
        <p:spPr>
          <a:xfrm>
            <a:off x="6583680" y="2834640"/>
            <a:ext cx="18288" cy="16459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371600" y="2999232"/>
            <a:ext cx="10058400" cy="566928"/>
          </a:xfrm>
          <a:prstGeom prst="roundRect">
            <a:avLst/>
          </a:prstGeom>
          <a:solidFill>
            <a:srgbClr val="AD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Agent Worker Pool  (k8s HPA)  —  fast-path handlers · LLM-path (Claude / Mistral) · MCP Manager (multi-server)</a:t>
            </a:r>
          </a:p>
        </p:txBody>
      </p:sp>
      <p:sp>
        <p:nvSpPr>
          <p:cNvPr id="25" name="Oval 24"/>
          <p:cNvSpPr/>
          <p:nvPr/>
        </p:nvSpPr>
        <p:spPr>
          <a:xfrm>
            <a:off x="6400800" y="3584448"/>
            <a:ext cx="18288" cy="16459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371600" y="3749039"/>
            <a:ext cx="10058400" cy="502920"/>
          </a:xfrm>
          <a:prstGeom prst="roundRect">
            <a:avLst/>
          </a:prstGeom>
          <a:solidFill>
            <a:srgbClr val="ECF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30304"/>
                </a:solidFill>
              </a:rPr>
              <a:t>MCP Gateway / Router  —  tenant→MCP registry · OAuth 2.1 / mTLS · circuit breaker · retry · audit log</a:t>
            </a:r>
          </a:p>
        </p:txBody>
      </p:sp>
      <p:sp>
        <p:nvSpPr>
          <p:cNvPr id="27" name="Oval 26"/>
          <p:cNvSpPr/>
          <p:nvPr/>
        </p:nvSpPr>
        <p:spPr>
          <a:xfrm>
            <a:off x="2286000" y="4270248"/>
            <a:ext cx="18288" cy="18288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572000" y="4270248"/>
            <a:ext cx="18288" cy="18288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858000" y="4270248"/>
            <a:ext cx="18288" cy="18288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44000" y="4270248"/>
            <a:ext cx="18288" cy="18288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371600" y="4480560"/>
            <a:ext cx="2103120" cy="594360"/>
          </a:xfrm>
          <a:prstGeom prst="round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>ServiceNow
MCP (official)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657600" y="4480560"/>
            <a:ext cx="2103120" cy="594360"/>
          </a:xfrm>
          <a:prstGeom prst="roundRect">
            <a:avLst/>
          </a:prstGeom>
          <a:solidFill>
            <a:srgbClr val="00A1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>Salesforce
MCP (official)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43600" y="4480560"/>
            <a:ext cx="2103120" cy="59436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>SAP S/4
MCP (custom)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0" y="4480560"/>
            <a:ext cx="2103120" cy="594360"/>
          </a:xfrm>
          <a:prstGeom prst="roundRect">
            <a:avLst/>
          </a:prstGeom>
          <a:solidFill>
            <a:srgbClr val="AD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>Custom
Enterprise MCP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52120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Cross-cutting:  Secrets Manager (Vault/AWS SM) · OpenTelemetry → Tempo + Prometheus + Loki · Postgres audit log · S3 attachments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371600" y="5577840"/>
            <a:ext cx="3200400" cy="502920"/>
          </a:xfrm>
          <a:prstGeom prst="roundRect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>SaaS
(default — our cloud)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754880" y="5577840"/>
            <a:ext cx="3200400" cy="502920"/>
          </a:xfrm>
          <a:prstGeom prst="roundRect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>Hybrid
(agent in customer VPC)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29600" y="5577840"/>
            <a:ext cx="3200400" cy="502920"/>
          </a:xfrm>
          <a:prstGeom prst="roundRect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>Self-hosted
(full Helm chart)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3" name="Oval 2"/>
          <p:cNvSpPr/>
          <p:nvPr/>
        </p:nvSpPr>
        <p:spPr>
          <a:xfrm>
            <a:off x="0" y="0"/>
            <a:ext cx="12188952" cy="6858000"/>
          </a:xfrm>
          <a:prstGeom prst="ellipse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1945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ECF166"/>
                </a:solidFill>
              </a:rPr>
              <a:t>BUSINESS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461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ROI that a CFO will sign off on in under 10 minutes</a:t>
            </a:r>
          </a:p>
        </p:txBody>
      </p:sp>
      <p:sp>
        <p:nvSpPr>
          <p:cNvPr id="6" name="Oval 5"/>
          <p:cNvSpPr/>
          <p:nvPr/>
        </p:nvSpPr>
        <p:spPr>
          <a:xfrm>
            <a:off x="1371600" y="3200400"/>
            <a:ext cx="5029200" cy="18288"/>
          </a:xfrm>
          <a:prstGeom prst="ellipse">
            <a:avLst/>
          </a:prstGeom>
          <a:solidFill>
            <a:srgbClr val="ECF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Competitive Landscape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365760" y="11430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4444"/>
                </a:solidFill>
              </a:rPr>
              <a:t>Every category has a gap ZENOPS fills: cross-system intelligence that no single vendor will ever build.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508760"/>
            <a:ext cx="2560320" cy="457200"/>
          </a:xfrm>
          <a:prstGeom prst="roundRect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Competitor Category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71800" y="1508760"/>
            <a:ext cx="2011680" cy="457200"/>
          </a:xfrm>
          <a:prstGeom prst="roundRect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Who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08760"/>
            <a:ext cx="3200400" cy="457200"/>
          </a:xfrm>
          <a:prstGeom prst="roundRect">
            <a:avLst/>
          </a:prstGeom>
          <a:solidFill>
            <a:srgbClr val="FF71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Their Gap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1508760"/>
            <a:ext cx="3474720" cy="457200"/>
          </a:xfrm>
          <a:prstGeom prst="roundRect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30304"/>
                </a:solidFill>
              </a:rPr>
              <a:t>ZENOPS Advantage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2011680"/>
            <a:ext cx="2560320" cy="1005840"/>
          </a:xfrm>
          <a:prstGeom prst="roundRect">
            <a:avLst/>
          </a:prstGeom>
          <a:solidFill>
            <a:srgbClr val="F6F2F3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30304"/>
                </a:solidFill>
              </a:rPr>
              <a:t>Big Platform AI
(Now Assist, Einstein,
M365 Copilot)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71800" y="2011680"/>
            <a:ext cx="2011680" cy="1005840"/>
          </a:xfrm>
          <a:prstGeom prst="roundRect">
            <a:avLst/>
          </a:prstGeom>
          <a:solidFill>
            <a:srgbClr val="F6F2F3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30304"/>
                </a:solidFill>
              </a:rPr>
              <a:t>Microsoft, Salesforce,
ServiceNow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2011680"/>
            <a:ext cx="3200400" cy="1005840"/>
          </a:xfrm>
          <a:prstGeom prst="roundRect">
            <a:avLst/>
          </a:prstGeom>
          <a:solidFill>
            <a:srgbClr val="F6F2F3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CC0000"/>
                </a:solidFill>
              </a:rPr>
              <a:t>✗ Works inside their own
platform only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2011680"/>
            <a:ext cx="3474720" cy="1005840"/>
          </a:xfrm>
          <a:prstGeom prst="roundRect">
            <a:avLst/>
          </a:prstGeom>
          <a:solidFill>
            <a:srgbClr val="F6F2F3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2E7D32"/>
                </a:solidFill>
              </a:rPr>
              <a:t>✓ Works ACROSS all platforms
Vendor-agnostic orchestration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3090672"/>
            <a:ext cx="25603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30304"/>
                </a:solidFill>
              </a:rPr>
              <a:t>RPA
(UiPath, AA,
Blue Prism)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71800" y="3090672"/>
            <a:ext cx="2011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30304"/>
                </a:solidFill>
              </a:rPr>
              <a:t>Long-established
enterprise RPA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0" y="3090672"/>
            <a:ext cx="32004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CC0000"/>
                </a:solidFill>
              </a:rPr>
              <a:t>✗ Brittle UI scripts
✗ No language understanding
✗ Breaks on UI changes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75320" y="3090672"/>
            <a:ext cx="34747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2E7D32"/>
                </a:solidFill>
              </a:rPr>
              <a:t>✓ API-native + AI reasoning
✓ Adapts to unseen requests
✓ MCP standard vs. fragile bots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4169664"/>
            <a:ext cx="2560320" cy="1005840"/>
          </a:xfrm>
          <a:prstGeom prst="roundRect">
            <a:avLst/>
          </a:prstGeom>
          <a:solidFill>
            <a:srgbClr val="F6F2F3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30304"/>
                </a:solidFill>
              </a:rPr>
              <a:t>AI Agent Startups
(Sierra, Decagon,
Kore.ai)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971800" y="4169664"/>
            <a:ext cx="2011680" cy="1005840"/>
          </a:xfrm>
          <a:prstGeom prst="roundRect">
            <a:avLst/>
          </a:prstGeom>
          <a:solidFill>
            <a:srgbClr val="F6F2F3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30304"/>
                </a:solidFill>
              </a:rPr>
              <a:t>Customer-support
focused agents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0" y="4169664"/>
            <a:ext cx="3200400" cy="1005840"/>
          </a:xfrm>
          <a:prstGeom prst="roundRect">
            <a:avLst/>
          </a:prstGeom>
          <a:solidFill>
            <a:srgbClr val="F6F2F3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CC0000"/>
                </a:solidFill>
              </a:rPr>
              <a:t>✗ Customer-facing chatbots
✗ Limited IT/ops depth
✗ Single system integration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75320" y="4169664"/>
            <a:ext cx="3474720" cy="1005840"/>
          </a:xfrm>
          <a:prstGeom prst="roundRect">
            <a:avLst/>
          </a:prstGeom>
          <a:solidFill>
            <a:srgbClr val="F6F2F3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2E7D32"/>
                </a:solidFill>
              </a:rPr>
              <a:t>✓ Internal IT/ops buyer (CIO)
✓ Multi-system orchestration
✓ Enterprise audit &amp; compliance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5248656"/>
            <a:ext cx="25603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30304"/>
                </a:solidFill>
              </a:rPr>
              <a:t>Custom In-House
Build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971800" y="5248656"/>
            <a:ext cx="2011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30304"/>
                </a:solidFill>
              </a:rPr>
              <a:t>Large enterprises
building their own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0" y="5248656"/>
            <a:ext cx="32004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CC0000"/>
                </a:solidFill>
              </a:rPr>
              <a:t>✗ 12–18 months build time
✗ 10-person engineering team
✗ Ongoing maintenance burden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75320" y="5248656"/>
            <a:ext cx="34747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2E7D32"/>
                </a:solidFill>
              </a:rPr>
              <a:t>✓ Pilot in 2–4 weeks
✓ MCP standard — plug in vendors
✓ Shared SaaS platform costs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ROI — The Numbers a CFO Will Recognise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365760" y="11430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>
                <a:solidFill>
                  <a:srgbClr val="444444"/>
                </a:solidFill>
              </a:rPr>
              <a:t>Representative profile: 5,000-employee enterprise · 20,000 tickets/month · 30 service-desk FTEs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508760"/>
            <a:ext cx="2468880" cy="438912"/>
          </a:xfrm>
          <a:prstGeom prst="roundRect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METRIC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17520" y="1508760"/>
            <a:ext cx="2468880" cy="438912"/>
          </a:xfrm>
          <a:prstGeom prst="roundRect">
            <a:avLst/>
          </a:prstGeom>
          <a:solidFill>
            <a:srgbClr val="FF71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TODAY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1508760"/>
            <a:ext cx="2468880" cy="438912"/>
          </a:xfrm>
          <a:prstGeom prst="roundRect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WITH ZENOPS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0" y="1508760"/>
            <a:ext cx="3657600" cy="438912"/>
          </a:xfrm>
          <a:prstGeom prst="roundRect">
            <a:avLst/>
          </a:prstGeom>
          <a:solidFill>
            <a:srgbClr val="AD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ANNUAL IMPACT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993392"/>
            <a:ext cx="2468880" cy="640080"/>
          </a:xfrm>
          <a:prstGeom prst="roundRect">
            <a:avLst/>
          </a:prstGeom>
          <a:solidFill>
            <a:srgbClr val="F6F2F3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030304"/>
                </a:solidFill>
              </a:rPr>
              <a:t>Tickets auto-resolved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17520" y="1993392"/>
            <a:ext cx="2468880" cy="640080"/>
          </a:xfrm>
          <a:prstGeom prst="roundRect">
            <a:avLst/>
          </a:prstGeom>
          <a:solidFill>
            <a:srgbClr val="F6F2F3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7176"/>
                </a:solidFill>
              </a:rPr>
              <a:t>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0" y="1993392"/>
            <a:ext cx="2468880" cy="640080"/>
          </a:xfrm>
          <a:prstGeom prst="roundRect">
            <a:avLst/>
          </a:prstGeom>
          <a:solidFill>
            <a:srgbClr val="F6F2F3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2E7D32"/>
                </a:solidFill>
              </a:rPr>
              <a:t>50–70%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1993392"/>
            <a:ext cx="3657600" cy="640080"/>
          </a:xfrm>
          <a:prstGeom prst="roundRect">
            <a:avLst/>
          </a:prstGeom>
          <a:solidFill>
            <a:srgbClr val="F6F2F3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AD96DC"/>
                </a:solidFill>
              </a:rPr>
              <a:t>Material productivity uplift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2679192"/>
            <a:ext cx="246888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030304"/>
                </a:solidFill>
              </a:rPr>
              <a:t>Avg. resolution time (routine)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17520" y="2679192"/>
            <a:ext cx="246888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7176"/>
                </a:solidFill>
              </a:rPr>
              <a:t>2 hours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0" y="2679192"/>
            <a:ext cx="246888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2E7D32"/>
                </a:solidFill>
              </a:rPr>
              <a:t>Under 1 minute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21040" y="2679192"/>
            <a:ext cx="36576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AD96DC"/>
                </a:solidFill>
              </a:rPr>
              <a:t>Faster employees &amp; customers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3364992"/>
            <a:ext cx="2468880" cy="640080"/>
          </a:xfrm>
          <a:prstGeom prst="roundRect">
            <a:avLst/>
          </a:prstGeom>
          <a:solidFill>
            <a:srgbClr val="F6F2F3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030304"/>
                </a:solidFill>
              </a:rPr>
              <a:t>Service-desk headcount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017520" y="3364992"/>
            <a:ext cx="2468880" cy="640080"/>
          </a:xfrm>
          <a:prstGeom prst="roundRect">
            <a:avLst/>
          </a:prstGeom>
          <a:solidFill>
            <a:srgbClr val="F6F2F3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7176"/>
                </a:solidFill>
              </a:rPr>
              <a:t>30 FTE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0" y="3364992"/>
            <a:ext cx="2468880" cy="640080"/>
          </a:xfrm>
          <a:prstGeom prst="roundRect">
            <a:avLst/>
          </a:prstGeom>
          <a:solidFill>
            <a:srgbClr val="F6F2F3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2E7D32"/>
                </a:solidFill>
              </a:rPr>
              <a:t>12–18 FTE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21040" y="3364992"/>
            <a:ext cx="3657600" cy="640080"/>
          </a:xfrm>
          <a:prstGeom prst="roundRect">
            <a:avLst/>
          </a:prstGeom>
          <a:solidFill>
            <a:srgbClr val="F6F2F3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AD96DC"/>
                </a:solidFill>
              </a:rPr>
              <a:t>USD 600k–900k saved per year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4050791"/>
            <a:ext cx="246888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030304"/>
                </a:solidFill>
              </a:rPr>
              <a:t>After-hours coverage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017520" y="4050791"/>
            <a:ext cx="246888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7176"/>
                </a:solidFill>
              </a:rPr>
              <a:t>Manual on-call gaps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0" y="4050791"/>
            <a:ext cx="246888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2E7D32"/>
                </a:solidFill>
              </a:rPr>
              <a:t>24/7 automated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21040" y="4050791"/>
            <a:ext cx="36576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AD96DC"/>
                </a:solidFill>
              </a:rPr>
              <a:t>Better SLA, lower attrition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4736592"/>
            <a:ext cx="2468880" cy="640080"/>
          </a:xfrm>
          <a:prstGeom prst="roundRect">
            <a:avLst/>
          </a:prstGeom>
          <a:solidFill>
            <a:srgbClr val="F6F2F3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030304"/>
                </a:solidFill>
              </a:rPr>
              <a:t>Audit posture (access changes)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017520" y="4736592"/>
            <a:ext cx="2468880" cy="640080"/>
          </a:xfrm>
          <a:prstGeom prst="roundRect">
            <a:avLst/>
          </a:prstGeom>
          <a:solidFill>
            <a:srgbClr val="F6F2F3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7176"/>
                </a:solidFill>
              </a:rPr>
              <a:t>Frequent gaps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0" y="4736592"/>
            <a:ext cx="2468880" cy="640080"/>
          </a:xfrm>
          <a:prstGeom prst="roundRect">
            <a:avLst/>
          </a:prstGeom>
          <a:solidFill>
            <a:srgbClr val="F6F2F3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2E7D32"/>
                </a:solidFill>
              </a:rPr>
              <a:t>Full audit log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21040" y="4736592"/>
            <a:ext cx="3657600" cy="640080"/>
          </a:xfrm>
          <a:prstGeom prst="roundRect">
            <a:avLst/>
          </a:prstGeom>
          <a:solidFill>
            <a:srgbClr val="F6F2F3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AD96DC"/>
                </a:solidFill>
              </a:rPr>
              <a:t>Compliance risk reduced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65760" y="5422392"/>
            <a:ext cx="246888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030304"/>
                </a:solidFill>
              </a:rPr>
              <a:t>Payback period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017520" y="5422392"/>
            <a:ext cx="246888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7176"/>
                </a:solidFill>
              </a:rPr>
              <a:t>—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0" y="5422392"/>
            <a:ext cx="246888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2E7D32"/>
                </a:solidFill>
              </a:rPr>
              <a:t>&lt; 6 months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321040" y="5422392"/>
            <a:ext cx="36576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AD96DC"/>
                </a:solidFill>
              </a:rPr>
              <a:t>At planned pricing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5760" y="5989320"/>
            <a:ext cx="2697480" cy="640080"/>
          </a:xfrm>
          <a:prstGeom prst="roundRect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30304"/>
                </a:solidFill>
              </a:rPr>
              <a:t>50–70%
Tickets auto-resolved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291840" y="5989320"/>
            <a:ext cx="2697480" cy="640080"/>
          </a:xfrm>
          <a:prstGeom prst="roundRect">
            <a:avLst/>
          </a:prstGeom>
          <a:solidFill>
            <a:srgbClr val="AD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30304"/>
                </a:solidFill>
              </a:rPr>
              <a:t>USD 600k–900k
Saved per year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5989320"/>
            <a:ext cx="2697480" cy="640080"/>
          </a:xfrm>
          <a:prstGeom prst="roundRect">
            <a:avLst/>
          </a:prstGeom>
          <a:solidFill>
            <a:srgbClr val="74D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30304"/>
                </a:solidFill>
              </a:rPr>
              <a:t>&lt; 30 sec
Avg resolution time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5989320"/>
            <a:ext cx="2697480" cy="640080"/>
          </a:xfrm>
          <a:prstGeom prst="roundRect">
            <a:avLst/>
          </a:prstGeom>
          <a:solidFill>
            <a:srgbClr val="ECF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30304"/>
                </a:solidFill>
              </a:rPr>
              <a:t>&lt; 6 months
Payback period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Pricing Model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365760" y="11430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4444"/>
                </a:solidFill>
              </a:rPr>
              <a:t>Two-part model aligned to customer value: fixed platform fee + usage fee that scales with what we do for them.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508760"/>
            <a:ext cx="3566160" cy="457200"/>
          </a:xfrm>
          <a:prstGeom prst="roundRect">
            <a:avLst/>
          </a:prstGeom>
          <a:solidFill>
            <a:srgbClr val="74D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30304"/>
                </a:solidFill>
              </a:rPr>
              <a:t>STARTER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Up to 1,000 employees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377440"/>
            <a:ext cx="3566160" cy="685800"/>
          </a:xfrm>
          <a:prstGeom prst="roundRect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USD 36,000 / year
(USD 3,000 / month)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30304"/>
                </a:solidFill>
              </a:rPr>
              <a:t>• Standard connectors
• Core ticket types
• Email support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508760"/>
            <a:ext cx="3566160" cy="457200"/>
          </a:xfrm>
          <a:prstGeom prst="roundRect">
            <a:avLst/>
          </a:prstGeom>
          <a:solidFill>
            <a:srgbClr val="AD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30304"/>
                </a:solidFill>
              </a:rPr>
              <a:t>GROWTH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20116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1,000 – 10,000 employees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2377440"/>
            <a:ext cx="3566160" cy="685800"/>
          </a:xfrm>
          <a:prstGeom prst="roundRect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USD 120,000 / year
(USD 10,000 / month)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3108960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30304"/>
                </a:solidFill>
              </a:rPr>
              <a:t>• All standard connectors
• Custom fast-path rules
• Dedicated CSM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508760"/>
            <a:ext cx="3566160" cy="457200"/>
          </a:xfrm>
          <a:prstGeom prst="roundRect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30304"/>
                </a:solidFill>
              </a:rPr>
              <a:t>ENTERPRISE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0116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10,000+ employees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2377440"/>
            <a:ext cx="3566160" cy="685800"/>
          </a:xfrm>
          <a:prstGeom prst="roundRect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USD 300,000+ / year
(custom)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3108960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30304"/>
                </a:solidFill>
              </a:rPr>
              <a:t>• Custom MCP integrations
• Hybrid VPC deployment
• SLA guarantee · SOC 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4846320"/>
            <a:ext cx="11430000" cy="594360"/>
          </a:xfrm>
          <a:prstGeom prst="roundRect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8DE971"/>
                </a:solidFill>
              </a:rPr>
              <a:t>Usage Fee  —  USD 0.10–0.30 per auto-resolved ticket above tier quota   (pay more only when we do more work for you)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5532120"/>
            <a:ext cx="11430000" cy="566928"/>
          </a:xfrm>
          <a:prstGeom prst="round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030304"/>
                </a:solidFill>
              </a:rPr>
              <a:t>Professional Services  —  USD 25k–100k one-time per engagement   (integration setup · custom connector build · fast-path automation tuning)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1722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4444"/>
                </a:solidFill>
              </a:rPr>
              <a:t>Target gross margin: 70–80%  ·  LLM cost mitigated by fast-path (zero LLM cost) covering 60–80% of volume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Go-to-Market Strategy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365760" y="1280160"/>
            <a:ext cx="5303520" cy="502920"/>
          </a:xfrm>
          <a:prstGeom prst="roundRect">
            <a:avLst/>
          </a:prstGeom>
          <a:solidFill>
            <a:srgbClr val="74D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30304"/>
                </a:solidFill>
              </a:rPr>
              <a:t>Phase 1 (Now):  India &amp; Middle East  —  fastest buying cycles, strongest network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1280160"/>
            <a:ext cx="5852160" cy="502920"/>
          </a:xfrm>
          <a:prstGeom prst="roundRect">
            <a:avLst/>
          </a:prstGeom>
          <a:solidFill>
            <a:srgbClr val="AD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Phase 2 (Month 6+):  North America &amp; Europe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920240"/>
            <a:ext cx="3566160" cy="548640"/>
          </a:xfrm>
          <a:prstGeom prst="roundRect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30304"/>
                </a:solidFill>
              </a:rPr>
              <a:t>Design Partners
(First 6 Months)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14600"/>
            <a:ext cx="33832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30304"/>
                </a:solidFill>
              </a:rPr>
              <a:t>2 design partners — 1 financial services, 1 manufacturing
Heavy discount in exchange for case studies + ROI numbers
Goal: public reference customer for Series A story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920240"/>
            <a:ext cx="3566160" cy="548640"/>
          </a:xfrm>
          <a:prstGeom prst="roundRect">
            <a:avLst/>
          </a:prstGeom>
          <a:solidFill>
            <a:srgbClr val="AD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30304"/>
                </a:solidFill>
              </a:rPr>
              <a:t>Partner-Led Sales
Motion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2514600"/>
            <a:ext cx="33832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30304"/>
                </a:solidFill>
              </a:rPr>
              <a:t>ServiceNow Store · Salesforce AppExchange · SAP Marketplace
Partner channel = procurement-friendly path + CIO air cover
Presence at Dreamforce, ServiceNow World Forum, SAP Sapphire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920240"/>
            <a:ext cx="3566160" cy="548640"/>
          </a:xfrm>
          <a:prstGeom prst="roundRect">
            <a:avLst/>
          </a:prstGeom>
          <a:solidFill>
            <a:srgbClr val="74D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30304"/>
                </a:solidFill>
              </a:rPr>
              <a:t>Pilot-First
Conversion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514600"/>
            <a:ext cx="33832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30304"/>
                </a:solidFill>
              </a:rPr>
              <a:t>6-week paid pilot scoped to ONE use case (e.g., password resets)
Agree ROI target upfront. Hit it → convert to annual contract
Land &amp; expand: each new use case is config, not code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4572000"/>
            <a:ext cx="11430000" cy="457200"/>
          </a:xfrm>
          <a:prstGeom prst="roundRect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Sales Motion:  CIO / Head of IT Ops (top-down buyer)  ←  Service-desk manager (daily champion)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1206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30304"/>
                </a:solidFill>
              </a:rPr>
              <a:t>To close the first deal we need: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4406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30304"/>
                </a:solidFill>
              </a:rPr>
              <a:t>✓  Working multi-tenant product (Phases 1–3)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54406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30304"/>
                </a:solidFill>
              </a:rPr>
              <a:t>✓  Two real integrations live (ServiceNow + Salesforce or SAP)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78815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30304"/>
                </a:solidFill>
              </a:rPr>
              <a:t>✓  Security pack: SOC 2 Type I in progress · DPA template · security questionnaire pre-filled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578815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30304"/>
                </a:solidFill>
              </a:rPr>
              <a:t>✓  Simple admin UI so customer can self-onboard without our engineers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6–10 Week Engineering Roadmap to First Paid Pilot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320040" y="1280160"/>
            <a:ext cx="1600200" cy="594360"/>
          </a:xfrm>
          <a:prstGeom prst="roundRect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030304"/>
                </a:solidFill>
              </a:rPr>
              <a:t>Phase 0
Wk 0</a:t>
            </a:r>
          </a:p>
        </p:txBody>
      </p:sp>
      <p:sp>
        <p:nvSpPr>
          <p:cNvPr id="6" name="Can 5"/>
          <p:cNvSpPr/>
          <p:nvPr/>
        </p:nvSpPr>
        <p:spPr>
          <a:xfrm>
            <a:off x="1920240" y="1554480"/>
            <a:ext cx="73152" cy="18288"/>
          </a:xfrm>
          <a:prstGeom prst="can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3192" y="1920240"/>
            <a:ext cx="1463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30304"/>
                </a:solidFill>
              </a:rPr>
              <a:t>Lock Decisions
• LLM choice (Mistral vs Claude)
• Deployment model (SaaS/Hybrid)
• First 2 real integrations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65960" y="1280160"/>
            <a:ext cx="1600200" cy="594360"/>
          </a:xfrm>
          <a:prstGeom prst="roundRect">
            <a:avLst/>
          </a:prstGeom>
          <a:solidFill>
            <a:srgbClr val="FF71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030304"/>
                </a:solidFill>
              </a:rPr>
              <a:t>Phase 1
Wk 1</a:t>
            </a:r>
          </a:p>
        </p:txBody>
      </p:sp>
      <p:sp>
        <p:nvSpPr>
          <p:cNvPr id="9" name="Can 8"/>
          <p:cNvSpPr/>
          <p:nvPr/>
        </p:nvSpPr>
        <p:spPr>
          <a:xfrm>
            <a:off x="3566160" y="1554480"/>
            <a:ext cx="73152" cy="18288"/>
          </a:xfrm>
          <a:prstGeom prst="can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39112" y="1920240"/>
            <a:ext cx="1463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30304"/>
                </a:solidFill>
              </a:rPr>
              <a:t>Security Hardening
• Remove hardcoded creds
• JWT auth on all endpoints
• Secrets Manager (Vault/AWS SM)
• Argon2 password hashing
• Tighten CORS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11880" y="1280160"/>
            <a:ext cx="1600200" cy="594360"/>
          </a:xfrm>
          <a:prstGeom prst="roundRect">
            <a:avLst/>
          </a:prstGeom>
          <a:solidFill>
            <a:srgbClr val="ECF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030304"/>
                </a:solidFill>
              </a:rPr>
              <a:t>Phase 2
Wk 2–3</a:t>
            </a:r>
          </a:p>
        </p:txBody>
      </p:sp>
      <p:sp>
        <p:nvSpPr>
          <p:cNvPr id="12" name="Can 11"/>
          <p:cNvSpPr/>
          <p:nvPr/>
        </p:nvSpPr>
        <p:spPr>
          <a:xfrm>
            <a:off x="5212080" y="1554480"/>
            <a:ext cx="73152" cy="18288"/>
          </a:xfrm>
          <a:prstGeom prst="can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85032" y="1920240"/>
            <a:ext cx="1463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30304"/>
                </a:solidFill>
              </a:rPr>
              <a:t>Foundation
• SQLite → PostgreSQL
• Alembic migrations
• Multi-tenancy primitives
• Structured logging + OTel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57800" y="1280160"/>
            <a:ext cx="1600200" cy="594360"/>
          </a:xfrm>
          <a:prstGeom prst="roundRect">
            <a:avLst/>
          </a:prstGeom>
          <a:solidFill>
            <a:srgbClr val="AD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030304"/>
                </a:solidFill>
              </a:rPr>
              <a:t>Phase 3
Wk 3–5</a:t>
            </a:r>
          </a:p>
        </p:txBody>
      </p:sp>
      <p:sp>
        <p:nvSpPr>
          <p:cNvPr id="15" name="Can 14"/>
          <p:cNvSpPr/>
          <p:nvPr/>
        </p:nvSpPr>
        <p:spPr>
          <a:xfrm>
            <a:off x="6858000" y="1554480"/>
            <a:ext cx="73152" cy="18288"/>
          </a:xfrm>
          <a:prstGeom prst="can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30952" y="1920240"/>
            <a:ext cx="1463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30304"/>
                </a:solidFill>
              </a:rPr>
              <a:t>MCP Routing
• MCPHub → MCPManager
• HTTP+SSE transport
• Tool registry (DB)
• Per-tenant credential vault
• Circuit breaker + DLQ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03720" y="1280160"/>
            <a:ext cx="1600200" cy="594360"/>
          </a:xfrm>
          <a:prstGeom prst="roundRect">
            <a:avLst/>
          </a:prstGeom>
          <a:solidFill>
            <a:srgbClr val="74D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030304"/>
                </a:solidFill>
              </a:rPr>
              <a:t>Phase 4
Wk 5–7</a:t>
            </a:r>
          </a:p>
        </p:txBody>
      </p:sp>
      <p:sp>
        <p:nvSpPr>
          <p:cNvPr id="18" name="Can 17"/>
          <p:cNvSpPr/>
          <p:nvPr/>
        </p:nvSpPr>
        <p:spPr>
          <a:xfrm>
            <a:off x="8503920" y="1554480"/>
            <a:ext cx="73152" cy="18288"/>
          </a:xfrm>
          <a:prstGeom prst="can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76872" y="1920240"/>
            <a:ext cx="1463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30304"/>
                </a:solidFill>
              </a:rPr>
              <a:t>Real Integrations
• Replace ServiceNow clone
• Replace Salesforce or SAP
• Validate on customer sandbox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49640" y="1280160"/>
            <a:ext cx="1600200" cy="594360"/>
          </a:xfrm>
          <a:prstGeom prst="roundRect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030304"/>
                </a:solidFill>
              </a:rPr>
              <a:t>Phase 5
Wk 7–9</a:t>
            </a:r>
          </a:p>
        </p:txBody>
      </p:sp>
      <p:sp>
        <p:nvSpPr>
          <p:cNvPr id="21" name="Can 20"/>
          <p:cNvSpPr/>
          <p:nvPr/>
        </p:nvSpPr>
        <p:spPr>
          <a:xfrm>
            <a:off x="10149840" y="1554480"/>
            <a:ext cx="73152" cy="18288"/>
          </a:xfrm>
          <a:prstGeom prst="can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22792" y="1920240"/>
            <a:ext cx="1463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30304"/>
                </a:solidFill>
              </a:rPr>
              <a:t>Production-Ready
• Kubernetes + Helm chart
• HPA + blue-green
• SLOs + alerting
• Admin UI (tenant onboard)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195560" y="1280160"/>
            <a:ext cx="1600200" cy="594360"/>
          </a:xfrm>
          <a:prstGeom prst="roundRect">
            <a:avLst/>
          </a:prstGeom>
          <a:solidFill>
            <a:srgbClr val="AD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030304"/>
                </a:solidFill>
              </a:rPr>
              <a:t>Phase 6
Wk 9–10</a:t>
            </a:r>
          </a:p>
        </p:txBody>
      </p:sp>
      <p:sp>
        <p:nvSpPr>
          <p:cNvPr id="24" name="Can 23"/>
          <p:cNvSpPr/>
          <p:nvPr/>
        </p:nvSpPr>
        <p:spPr>
          <a:xfrm>
            <a:off x="11795760" y="1554480"/>
            <a:ext cx="73152" cy="18288"/>
          </a:xfrm>
          <a:prstGeom prst="can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8712" y="1920240"/>
            <a:ext cx="1463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30304"/>
                </a:solidFill>
              </a:rPr>
              <a:t>Compliance &amp; GTM
• SOC 2 Type I evidence
• DPA + security pack
• Pricing tiers live
• Design partner pilot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" y="576072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44444"/>
                </a:solidFill>
              </a:rPr>
              <a:t>  KEY MILESTONES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371600" y="5989320"/>
            <a:ext cx="1463040" cy="594360"/>
          </a:xfrm>
          <a:prstGeom prst="roundRect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1">
                <a:solidFill>
                  <a:srgbClr val="030304"/>
                </a:solidFill>
              </a:rPr>
              <a:t>M1
Prod-ready
core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83280" y="5989320"/>
            <a:ext cx="1463040" cy="594360"/>
          </a:xfrm>
          <a:prstGeom prst="roundRect">
            <a:avLst/>
          </a:prstGeom>
          <a:solidFill>
            <a:srgbClr val="74D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1">
                <a:solidFill>
                  <a:srgbClr val="030304"/>
                </a:solidFill>
              </a:rPr>
              <a:t>M2
First real
integration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0" y="5989320"/>
            <a:ext cx="1463040" cy="594360"/>
          </a:xfrm>
          <a:prstGeom prst="roundRect">
            <a:avLst/>
          </a:prstGeom>
          <a:solidFill>
            <a:srgbClr val="ECF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1">
                <a:solidFill>
                  <a:srgbClr val="030304"/>
                </a:solidFill>
              </a:rPr>
              <a:t>M3
Paid pilot
live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75120" y="5989320"/>
            <a:ext cx="1463040" cy="594360"/>
          </a:xfrm>
          <a:prstGeom prst="roundRect">
            <a:avLst/>
          </a:prstGeom>
          <a:solidFill>
            <a:srgbClr val="AD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1">
                <a:solidFill>
                  <a:srgbClr val="030304"/>
                </a:solidFill>
              </a:rPr>
              <a:t>M4
Public
case study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0" y="5989320"/>
            <a:ext cx="1463040" cy="594360"/>
          </a:xfrm>
          <a:prstGeom prst="roundRect">
            <a:avLst/>
          </a:prstGeom>
          <a:solidFill>
            <a:srgbClr val="FF71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1">
                <a:solidFill>
                  <a:srgbClr val="030304"/>
                </a:solidFill>
              </a:rPr>
              <a:t>M5
SOC 2
Type I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875520" y="5989320"/>
            <a:ext cx="1463040" cy="594360"/>
          </a:xfrm>
          <a:prstGeom prst="roundRect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1">
                <a:solidFill>
                  <a:srgbClr val="030304"/>
                </a:solidFill>
              </a:rPr>
              <a:t>M6
Market-
place listed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365760" y="1371600"/>
            <a:ext cx="5486400" cy="502920"/>
          </a:xfrm>
          <a:prstGeom prst="roundRect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30304"/>
                </a:solidFill>
              </a:rPr>
              <a:t>01  Schedule Live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920240"/>
            <a:ext cx="52120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30304"/>
                </a:solidFill>
              </a:rPr>
              <a:t>We will run the end-to-end demo against our realistic cloned systems:
password reset → onboarding → cross-system lookup.
Typically 30 minutes including Q&amp;A.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486400" cy="502920"/>
          </a:xfrm>
          <a:prstGeom prst="roundRect">
            <a:avLst/>
          </a:prstGeom>
          <a:solidFill>
            <a:srgbClr val="AD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30304"/>
                </a:solidFill>
              </a:rPr>
              <a:t>02  Define Design Partner Scope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920240"/>
            <a:ext cx="52120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30304"/>
                </a:solidFill>
              </a:rPr>
              <a:t>Identify the top 3 ticket types your service desk wants to automate.
We scope a 6-week paid pilot with an agreed ROI target upfront.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3840480"/>
            <a:ext cx="5486400" cy="502920"/>
          </a:xfrm>
          <a:prstGeom prst="roundRect">
            <a:avLst/>
          </a:prstGeom>
          <a:solidFill>
            <a:srgbClr val="74D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30304"/>
                </a:solidFill>
              </a:rPr>
              <a:t>03  Technical Discovery Call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389120"/>
            <a:ext cx="52120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30304"/>
                </a:solidFill>
              </a:rPr>
              <a:t>Architecture review with your engineering/IT team.
Map your current systems (ServiceNow instance, Salesforce/SAP version).
Confirm VPC / deployment model preference.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840480"/>
            <a:ext cx="5486400" cy="502920"/>
          </a:xfrm>
          <a:prstGeom prst="roundRect">
            <a:avLst/>
          </a:prstGeom>
          <a:solidFill>
            <a:srgbClr val="ECF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30304"/>
                </a:solidFill>
              </a:rPr>
              <a:t>04  Commercial Alignment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4389120"/>
            <a:ext cx="52120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30304"/>
                </a:solidFill>
              </a:rPr>
              <a:t>Share pilot pricing + contract template.
Review security questionnaire and DPA.
Agree success metrics for pilot → annual conversion.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6400800"/>
            <a:ext cx="11430000" cy="228600"/>
          </a:xfrm>
          <a:prstGeom prst="roundRect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>Contact:  karnaradha80@gmail.com  ·  zenops.ai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ZENOPS — AI Co-Worker for Enterprise Operations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0" sz="quarter"/>
          </p:nvPr>
        </p:nvSpPr>
        <p:spPr/>
      </p:sp>
      <p:sp>
        <p:nvSpPr>
          <p:cNvPr id="5" name="TextBox 4"/>
          <p:cNvSpPr txBox="1"/>
          <p:nvPr/>
        </p:nvSpPr>
        <p:spPr>
          <a:xfrm>
            <a:off x="548640" y="5029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1">
                <a:solidFill>
                  <a:srgbClr val="FFFFFF"/>
                </a:solidFill>
              </a:rPr>
              <a:t>Autonomous · Auditable · Always-On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4864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Internal Confidential — April 2026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HUB_TYPE" val="IMAG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HUB_TYPE" val="IMAGE"/>
</p:tagLst>
</file>

<file path=ppt/theme/theme1.xml><?xml version="1.0" encoding="utf-8"?>
<a:theme xmlns:a="http://schemas.openxmlformats.org/drawingml/2006/main" name="nxzen light backgrounds">
  <a:themeElements>
    <a:clrScheme name="nXzen Brand Colours 2025">
      <a:dk1>
        <a:srgbClr val="030304"/>
      </a:dk1>
      <a:lt1>
        <a:srgbClr val="FFFFFF"/>
      </a:lt1>
      <a:dk2>
        <a:srgbClr val="030304"/>
      </a:dk2>
      <a:lt2>
        <a:srgbClr val="F6F2F3"/>
      </a:lt2>
      <a:accent1>
        <a:srgbClr val="8DE971"/>
      </a:accent1>
      <a:accent2>
        <a:srgbClr val="F4F2F3"/>
      </a:accent2>
      <a:accent3>
        <a:srgbClr val="AD96DC"/>
      </a:accent3>
      <a:accent4>
        <a:srgbClr val="ECF166"/>
      </a:accent4>
      <a:accent5>
        <a:srgbClr val="74D1EA"/>
      </a:accent5>
      <a:accent6>
        <a:srgbClr val="FF7176"/>
      </a:accent6>
      <a:hlink>
        <a:srgbClr val="8DE971"/>
      </a:hlink>
      <a:folHlink>
        <a:srgbClr val="AD96DC"/>
      </a:folHlink>
    </a:clrScheme>
    <a:fontScheme name="2025 Enzen Brand Refresh">
      <a:majorFont>
        <a:latin typeface="Madras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a:style>
    </a:spDef>
    <a:txDef>
      <a:spPr>
        <a:solidFill>
          <a:schemeClr val="accent1"/>
        </a:solidFill>
        <a:ln w="6350">
          <a:noFill/>
        </a:ln>
      </a:spPr>
      <a:bodyPr rot="0" spcFirstLastPara="0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marL="0" marR="0" indent="0" algn="l" defTabSz="914400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>
            <a:srgbClr val="000000"/>
          </a:buClr>
          <a:buSzTx/>
          <a:buFont typeface="Arial"/>
          <a:buNone/>
          <a:tabLst/>
          <a:defRPr kumimoji="0" sz="1400" b="0" i="0" u="none" strike="noStrike" kern="0" cap="none" spc="300" normalizeH="0" baseline="0" noProof="0" dirty="0" smtClean="0">
            <a:ln>
              <a:noFill/>
            </a:ln>
            <a:solidFill>
              <a:srgbClr val="000000"/>
            </a:solidFill>
            <a:effectLst/>
            <a:uLnTx/>
            <a:uFillTx/>
            <a:latin typeface="Arial Rounded MT Bold" panose="020F0704030504030204" pitchFamily="34" charset="0"/>
            <a:cs typeface="Arial"/>
            <a:sym typeface="Arial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B37E1C1B-2D44-4913-BB93-CAD8F5FF69AA}" vid="{B13E96F0-28A7-4A87-BEEA-B7674C6B69F0}"/>
    </a:ext>
  </a:extLst>
</a:theme>
</file>

<file path=ppt/theme/theme2.xml><?xml version="1.0" encoding="utf-8"?>
<a:theme xmlns:a="http://schemas.openxmlformats.org/drawingml/2006/main" name="nxzen dark backgrounds">
  <a:themeElements>
    <a:clrScheme name="nXzen Brand Colours 2025">
      <a:dk1>
        <a:srgbClr val="030304"/>
      </a:dk1>
      <a:lt1>
        <a:srgbClr val="FFFFFF"/>
      </a:lt1>
      <a:dk2>
        <a:srgbClr val="030304"/>
      </a:dk2>
      <a:lt2>
        <a:srgbClr val="F6F2F3"/>
      </a:lt2>
      <a:accent1>
        <a:srgbClr val="8DE971"/>
      </a:accent1>
      <a:accent2>
        <a:srgbClr val="F4F2F3"/>
      </a:accent2>
      <a:accent3>
        <a:srgbClr val="AD96DC"/>
      </a:accent3>
      <a:accent4>
        <a:srgbClr val="ECF166"/>
      </a:accent4>
      <a:accent5>
        <a:srgbClr val="74D1EA"/>
      </a:accent5>
      <a:accent6>
        <a:srgbClr val="FF7176"/>
      </a:accent6>
      <a:hlink>
        <a:srgbClr val="8DE971"/>
      </a:hlink>
      <a:folHlink>
        <a:srgbClr val="AD96DC"/>
      </a:folHlink>
    </a:clrScheme>
    <a:fontScheme name="2025 Enzen Brand Refresh">
      <a:majorFont>
        <a:latin typeface="Madras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a:style>
    </a:spDef>
    <a:txDef>
      <a:spPr>
        <a:noFill/>
      </a:spPr>
      <a:bodyPr wrap="square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B37E1C1B-2D44-4913-BB93-CAD8F5FF69AA}" vid="{CCCA4CC3-9009-414E-B44E-2A17267FBE01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FB1F19D55F36144946E5839DE66308E" ma:contentTypeVersion="13" ma:contentTypeDescription="Create a new document." ma:contentTypeScope="" ma:versionID="e4b27664e4cb6107e2164384cf8d18ab">
  <xsd:schema xmlns:xsd="http://www.w3.org/2001/XMLSchema" xmlns:xs="http://www.w3.org/2001/XMLSchema" xmlns:p="http://schemas.microsoft.com/office/2006/metadata/properties" xmlns:ns2="5add2bee-d9e0-4d9f-a812-d0d3f71a3eeb" xmlns:ns3="2be56372-5e68-4a42-9dbf-f9da95ce2edf" targetNamespace="http://schemas.microsoft.com/office/2006/metadata/properties" ma:root="true" ma:fieldsID="363260f1db29f3dc47608cbca8a4a613" ns2:_="" ns3:_="">
    <xsd:import namespace="5add2bee-d9e0-4d9f-a812-d0d3f71a3eeb"/>
    <xsd:import namespace="2be56372-5e68-4a42-9dbf-f9da95ce2ed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BillingMetadata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add2bee-d9e0-4d9f-a812-d0d3f71a3ee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d3ee0b58-e154-4ff0-8073-653bf9f640c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be56372-5e68-4a42-9dbf-f9da95ce2edf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04f8503-d947-4941-90dd-ef62da6e145c}" ma:internalName="TaxCatchAll" ma:showField="CatchAllData" ma:web="2be56372-5e68-4a42-9dbf-f9da95ce2ed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add2bee-d9e0-4d9f-a812-d0d3f71a3eeb">
      <Terms xmlns="http://schemas.microsoft.com/office/infopath/2007/PartnerControls"/>
    </lcf76f155ced4ddcb4097134ff3c332f>
    <TaxCatchAll xmlns="2be56372-5e68-4a42-9dbf-f9da95ce2edf" xsi:nil="true"/>
  </documentManagement>
</p:properties>
</file>

<file path=customXml/itemProps1.xml><?xml version="1.0" encoding="utf-8"?>
<ds:datastoreItem xmlns:ds="http://schemas.openxmlformats.org/officeDocument/2006/customXml" ds:itemID="{4BF608BD-699F-40BC-B149-05CE0861203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add2bee-d9e0-4d9f-a812-d0d3f71a3eeb"/>
    <ds:schemaRef ds:uri="2be56372-5e68-4a42-9dbf-f9da95ce2ed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7D02D93-D2BC-434D-B750-9FE55BD425D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4400BC7-70E4-496B-BE1F-D5CFBF9083E9}">
  <ds:schemaRefs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5add2bee-d9e0-4d9f-a812-d0d3f71a3eeb"/>
    <ds:schemaRef ds:uri="http://purl.org/dc/terms/"/>
    <ds:schemaRef ds:uri="2be56372-5e68-4a42-9dbf-f9da95ce2edf"/>
    <ds:schemaRef ds:uri="http://www.w3.org/XML/1998/namespace"/>
    <ds:schemaRef ds:uri="http://purl.org/dc/dcmitype/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17</Words>
  <Application>Microsoft Office PowerPoint</Application>
  <PresentationFormat>Widescreen</PresentationFormat>
  <Paragraphs>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 Rounded MT Bold</vt:lpstr>
      <vt:lpstr>Times New Roman</vt:lpstr>
      <vt:lpstr>Arial</vt:lpstr>
      <vt:lpstr>Calibri</vt:lpstr>
      <vt:lpstr>nxzen light backgrounds</vt:lpstr>
      <vt:lpstr>nxzen dark backgrounds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Zoe Kathryn Vizor</dc:creator>
  <cp:lastModifiedBy>Zoe Kathryn Vizor</cp:lastModifiedBy>
  <cp:revision>1</cp:revision>
  <dcterms:created xsi:type="dcterms:W3CDTF">2025-10-14T10:25:30Z</dcterms:created>
  <dcterms:modified xsi:type="dcterms:W3CDTF">2025-10-14T10:28:16Z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0x0101000FB1F19D55F36144946E5839DE66308E</vt:lpwstr>
  </property>
  <property fmtid="{D5CDD505-2E9C-101B-9397-08002B2CF9AE}" pid="3" name="MediaServiceImageTags">
    <vt:lpwstr/>
  </property>
</Properties>
</file>