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14" r:id="rId4"/>
    <p:sldMasterId id="2147483842" r:id="rId5"/>
  </p:sldMasterIdLst>
  <p:notesMasterIdLst>
    <p:notesMasterId r:id="rId11"/>
  </p:notesMasterIdLst>
  <p:sldIdLst>
    <p:sldId id="340" r:id="rId6"/>
    <p:sldId id="341" r:id="rId7"/>
    <p:sldId id="343" r:id="rId8"/>
    <p:sldId id="344" r:id="rId9"/>
    <p:sldId id="342" r:id="rId10"/>
  </p:sldIdLst>
  <p:sldSz cx="12192000" cy="6858000"/>
  <p:notesSz cx="6858000" cy="9144000"/>
  <p:embeddedFontLst>
    <p:embeddedFont>
      <p:font typeface="Arial Rounded MT Bold" panose="020F0704030504030204" pitchFamily="3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73EA1-819A-03CF-0FA9-08F00FF5FBCA}" name="Sarah Newman" initials="SN" userId="S::sarah.newman@enzen.com::90be88b7-5380-4def-a56d-6146ba69bab7" providerId="AD"/>
  <p188:author id="{1603B1D8-F3C9-7BD3-D433-2D3CAA87FAA4}" name="Zoe Kathryn Vizor" initials="ZV" userId="S::zoe.vizor@enzen.com::4c8dc300-9ba3-4716-890d-fc84271c5d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4"/>
    <a:srgbClr val="EDEDED"/>
    <a:srgbClr val="DADADA"/>
    <a:srgbClr val="C6C6C6"/>
    <a:srgbClr val="B2B2B2"/>
    <a:srgbClr val="9D9D9D"/>
    <a:srgbClr val="878787"/>
    <a:srgbClr val="6F6F6F"/>
    <a:srgbClr val="575757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706" autoAdjust="0"/>
  </p:normalViewPr>
  <p:slideViewPr>
    <p:cSldViewPr snapToGrid="0">
      <p:cViewPr varScale="1">
        <p:scale>
          <a:sx n="102" d="100"/>
          <a:sy n="102" d="100"/>
        </p:scale>
        <p:origin x="870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GB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GB" sz="120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en-GB" sz="1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orporativeSansRd" pitchFamily="2" charset="77"/>
        <a:ea typeface="CorporativeSansRd" pitchFamily="2" charset="7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title - green">
    <p:bg>
      <p:bgPr>
        <a:solidFill>
          <a:schemeClr val="accen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 hasCustomPrompt="1"/>
          </p:nvPr>
        </p:nvSpPr>
        <p:spPr>
          <a:xfrm>
            <a:off x="766095" y="2734374"/>
            <a:ext cx="5329905" cy="138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 i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presentation title</a:t>
            </a:r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 hasCustomPrompt="1"/>
          </p:nvPr>
        </p:nvSpPr>
        <p:spPr>
          <a:xfrm>
            <a:off x="766095" y="5273506"/>
            <a:ext cx="5329905" cy="8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b="0" dirty="0"/>
              <a:t>CLICK TO ADD SUBTITLE (ALL CAPS) 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EB7E9-A412-17BE-0D6C-98F1660B8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857" y="410824"/>
            <a:ext cx="2510013" cy="1719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B147D7-0FB2-812B-1C96-0D6F3F5BB5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7976" y="0"/>
            <a:ext cx="5074024" cy="685800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F93E079-C987-8875-06BF-D35DAB55A5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47" y="687937"/>
            <a:ext cx="2509837" cy="11481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55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title - pearl">
    <p:bg>
      <p:bgPr>
        <a:solidFill>
          <a:schemeClr val="tx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 hasCustomPrompt="1"/>
          </p:nvPr>
        </p:nvSpPr>
        <p:spPr>
          <a:xfrm>
            <a:off x="766095" y="2734374"/>
            <a:ext cx="5329905" cy="138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 i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presentation title</a:t>
            </a:r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 hasCustomPrompt="1"/>
          </p:nvPr>
        </p:nvSpPr>
        <p:spPr>
          <a:xfrm>
            <a:off x="766095" y="5273506"/>
            <a:ext cx="5329905" cy="8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b="0" dirty="0"/>
              <a:t>CLICK TO ADD SUBTITLE (ALL CAPS) </a:t>
            </a:r>
          </a:p>
          <a:p>
            <a:endParaRPr dirty="0"/>
          </a:p>
        </p:txBody>
      </p:sp>
      <p:pic>
        <p:nvPicPr>
          <p:cNvPr id="11" name="Picture 10" descr="A purple and black pattern&#10;&#10;AI-generated content may be incorrect.">
            <a:extLst>
              <a:ext uri="{FF2B5EF4-FFF2-40B4-BE49-F238E27FC236}">
                <a16:creationId xmlns:a16="http://schemas.microsoft.com/office/drawing/2014/main" id="{DBB147D7-0FB2-812B-1C96-0D6F3F5BB5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>
            <a:fillRect/>
          </a:stretch>
        </p:blipFill>
        <p:spPr>
          <a:xfrm>
            <a:off x="7117976" y="0"/>
            <a:ext cx="5074024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1C0723-9F79-C18B-E17A-2385B7F0ED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857" y="410824"/>
            <a:ext cx="2510013" cy="1719358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A4B85-4D83-0191-B0A1-AA7483DFBB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47" y="687937"/>
            <a:ext cx="2509837" cy="11481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31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EB869E-66BE-A61A-9A9B-D2360A6D90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1;p2">
            <a:extLst>
              <a:ext uri="{FF2B5EF4-FFF2-40B4-BE49-F238E27FC236}">
                <a16:creationId xmlns:a16="http://schemas.microsoft.com/office/drawing/2014/main" id="{BD345332-270B-A6C2-D249-7D5D0AB6D10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CC209449-50D1-F449-B113-70F812BA0CD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3462997-0B52-CE8D-77F5-42BCADAC2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254D4816-9437-7AC4-AA6C-B9842D9C07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1E910-ACDD-2A82-E30D-7B1DEA3568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F9F2C-BC3E-53B4-5277-7C32ED34E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F7548C63-6DAD-131F-546D-01BC7242D4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8ACA1A4-289E-CC60-D872-6BCEE4DB30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7" name="Google Shape;22;p2">
            <a:extLst>
              <a:ext uri="{FF2B5EF4-FFF2-40B4-BE49-F238E27FC236}">
                <a16:creationId xmlns:a16="http://schemas.microsoft.com/office/drawing/2014/main" id="{8460460B-174F-A7B5-1808-B22CD77134DB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27106-4315-59E6-D8E3-CCB63CEA1B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3A3692F7-7FDC-BFE2-7249-FFE8F8FF2E8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6E37217C-894A-98FD-9479-1E7CD1AD428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80FB454-4B05-9A76-72C7-A68889904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EF9F537-ACD0-0B6C-C57C-F97B2AF2F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CB07FF3-3D6C-BEF6-C39F-4BA8BC7E23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C520F-20EE-A0A0-82FA-8D5D54CEB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AB320-AB6B-F638-2506-4E3570E174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FBC817A8-679B-B37F-FB84-1166D311E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C5AC285-3A71-09D6-764A-A03F781D70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45EDBE5-D3B6-C005-3CCF-A693143558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F0D31B19-317C-32E6-045E-E50D14CF586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7934" y="1814508"/>
            <a:ext cx="4858885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9" name="Google Shape;21;p2">
            <a:extLst>
              <a:ext uri="{FF2B5EF4-FFF2-40B4-BE49-F238E27FC236}">
                <a16:creationId xmlns:a16="http://schemas.microsoft.com/office/drawing/2014/main" id="{32252E36-15E0-F65D-46A9-DF46927E7E9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7933" y="560174"/>
            <a:ext cx="485888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0236247A-1BF0-4260-07ED-A565D19AD3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11466414" y="6446533"/>
            <a:ext cx="538121" cy="365125"/>
          </a:xfrm>
        </p:spPr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8A2E636D-BFBF-3686-A62C-DD84C0F05B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EFDBB-E34E-1B9E-3B23-5488EE676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7BF90-7506-D661-D63B-D7EED34259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24358D3D-B604-D07C-7AFE-56A1AB2A82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7BA2C9E-2106-2F44-9EE3-E7C7AB1437A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1A8C7E31-0801-3FE5-4E91-89D42A62E789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7932" y="1489843"/>
            <a:ext cx="485888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1133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B996F-B786-F69F-5BC1-6E903FC560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E1813D78-424A-C015-ACF6-7197FE24BCE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21B3C71E-A8EF-1394-8643-8DF5EA128E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ACF822C-85EF-7815-AD14-C24BF6F98C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5D681CE-10E1-2009-A917-73722D7DB8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4A6F4-09F6-0E4A-DA87-52B73D3D4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F0CF8-E627-288E-2F8F-E332BFE897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85AA54C-5FBD-0350-3DDD-B1AB2B41B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2F57DAA-805B-180F-40D8-308E8BD533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7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74F71-210F-72AC-C235-FC5364E2C7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34437-643E-D10B-F7CB-E42E4A5179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94BC9-8F97-B4C3-9008-E76B6E0CBF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5702A-B055-4DE6-52E7-AC1F41E770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19BE27A8-5E7F-E110-7E3B-5E6D6FA095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53DD630-87B8-E170-6B49-3F1D8A8414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4" name="Google Shape;21;p2">
            <a:extLst>
              <a:ext uri="{FF2B5EF4-FFF2-40B4-BE49-F238E27FC236}">
                <a16:creationId xmlns:a16="http://schemas.microsoft.com/office/drawing/2014/main" id="{4A9C1788-7F7C-73EB-2ADF-8CE50039ECF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6" y="564566"/>
            <a:ext cx="676326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5" name="Google Shape;22;p2">
            <a:extLst>
              <a:ext uri="{FF2B5EF4-FFF2-40B4-BE49-F238E27FC236}">
                <a16:creationId xmlns:a16="http://schemas.microsoft.com/office/drawing/2014/main" id="{A0958510-2B24-8664-84CB-5B38B5002F27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815736"/>
            <a:ext cx="6763265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8" name="Google Shape;22;p2">
            <a:extLst>
              <a:ext uri="{FF2B5EF4-FFF2-40B4-BE49-F238E27FC236}">
                <a16:creationId xmlns:a16="http://schemas.microsoft.com/office/drawing/2014/main" id="{4C33E72E-BAF7-4AED-D9F8-CC0859AF8EED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6763264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99158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EEFA49-9820-94E9-C4CD-26D623DB86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6E6F1-69EB-37DE-9564-6B1506C399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2E070-5B49-4F08-6640-758EAC8209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0F6B3C54-1D00-02FD-3959-DCC8B99930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27556FB-F406-409A-6698-648A1FFB4B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2" name="Google Shape;21;p2">
            <a:extLst>
              <a:ext uri="{FF2B5EF4-FFF2-40B4-BE49-F238E27FC236}">
                <a16:creationId xmlns:a16="http://schemas.microsoft.com/office/drawing/2014/main" id="{7C2EA373-9A34-CE93-DB97-CCA062CCCC2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6" y="564566"/>
            <a:ext cx="6771503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3" name="Google Shape;22;p2">
            <a:extLst>
              <a:ext uri="{FF2B5EF4-FFF2-40B4-BE49-F238E27FC236}">
                <a16:creationId xmlns:a16="http://schemas.microsoft.com/office/drawing/2014/main" id="{74596EB2-717C-3F9E-E9D3-C9F31329708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489843"/>
            <a:ext cx="6771503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915E9DF-544A-BAE6-675A-161C93232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6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166918-12D6-A90B-85FF-1A2B94217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2;p2">
            <a:extLst>
              <a:ext uri="{FF2B5EF4-FFF2-40B4-BE49-F238E27FC236}">
                <a16:creationId xmlns:a16="http://schemas.microsoft.com/office/drawing/2014/main" id="{CB9E755D-9508-5761-A408-9882E781CF09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2" y="1814508"/>
            <a:ext cx="6753588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049E6D31-4008-DD60-0EB4-C22955080AD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BF96044-5014-9E6B-2659-51B3D3027D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BD4C46A4-BE44-3AD3-8D76-481D38AA73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20664D-439B-6DC4-DDBC-FC5EAC3A40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D8EEF-14D3-55E4-AAD8-CFDE05D4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415036B-4B72-8949-ED2F-572C7C4C8F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8CDEE70-499A-9E17-F470-43AB120B5E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7" name="Google Shape;22;p2">
            <a:extLst>
              <a:ext uri="{FF2B5EF4-FFF2-40B4-BE49-F238E27FC236}">
                <a16:creationId xmlns:a16="http://schemas.microsoft.com/office/drawing/2014/main" id="{5EB4B56D-6E32-F8A4-EFF6-B2EEF4F54410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753230" y="1489843"/>
            <a:ext cx="6753587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50880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8C39F-646B-8F11-753A-45B2A072A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2;p2">
            <a:extLst>
              <a:ext uri="{FF2B5EF4-FFF2-40B4-BE49-F238E27FC236}">
                <a16:creationId xmlns:a16="http://schemas.microsoft.com/office/drawing/2014/main" id="{BEC0D47B-D033-C6DF-3558-B5A03389493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2" y="1488615"/>
            <a:ext cx="6753588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1D230128-03BD-226A-3BBC-9D285D1A90E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EA16C4A-09EA-07CF-49B3-41106B2DAA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ADFC286-2F6E-BA6B-8291-FDBE7D2921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35FB8-4F78-8704-138C-E5B5AC3C4F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68926-099C-F0D2-365F-1E3B6091B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32158E5-E3D5-AF03-BE44-26DDCD31D9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B7260E1-7FC1-DDA8-EACA-559D353893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1" name="Google Shape;21;p2">
            <a:extLst>
              <a:ext uri="{FF2B5EF4-FFF2-40B4-BE49-F238E27FC236}">
                <a16:creationId xmlns:a16="http://schemas.microsoft.com/office/drawing/2014/main" id="{7C83F3CD-D0E4-1DD4-27FA-828D17375C8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67BA02F7-47ED-AB1C-0364-6B6696AEFB16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EF420008-1647-B7B5-C3E3-91EF8662D870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18" name="Google Shape;22;p2">
            <a:extLst>
              <a:ext uri="{FF2B5EF4-FFF2-40B4-BE49-F238E27FC236}">
                <a16:creationId xmlns:a16="http://schemas.microsoft.com/office/drawing/2014/main" id="{F1F0E65D-62F5-0E7F-5642-9CA6EDC395D1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1699301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1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7" name="SmartArt Placeholder 14">
            <a:extLst>
              <a:ext uri="{FF2B5EF4-FFF2-40B4-BE49-F238E27FC236}">
                <a16:creationId xmlns:a16="http://schemas.microsoft.com/office/drawing/2014/main" id="{ED176F8B-C226-ADB9-B7B6-54A1F865ED5B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F46D9EF5-2F86-6370-E0D2-F0D0DBB1189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13825F0D-13AD-D46B-843D-1D3CBC74C23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</p:spTree>
    <p:extLst>
      <p:ext uri="{BB962C8B-B14F-4D97-AF65-F5344CB8AC3E}">
        <p14:creationId xmlns:p14="http://schemas.microsoft.com/office/powerpoint/2010/main" val="2231624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AFABF2-6EA2-8BB0-AC99-49C71787D2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CD84E-53B1-1E42-2544-60CAD0B447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8D474-B6E3-DBEC-6921-0659CD0E74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C55AAF8-F92C-79D0-CBD5-084B6CDDCB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6D5D850-C63D-2EA7-06CF-E0034872CB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5EB69A26-DCD6-1AD8-5884-3D17D4B271E1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703580" y="560174"/>
            <a:ext cx="5405042" cy="5391444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20" name="Google Shape;22;p2">
            <a:extLst>
              <a:ext uri="{FF2B5EF4-FFF2-40B4-BE49-F238E27FC236}">
                <a16:creationId xmlns:a16="http://schemas.microsoft.com/office/drawing/2014/main" id="{FD15FAB6-EC8E-6C14-FA80-DAF81835317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814508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23" name="Google Shape;21;p2">
            <a:extLst>
              <a:ext uri="{FF2B5EF4-FFF2-40B4-BE49-F238E27FC236}">
                <a16:creationId xmlns:a16="http://schemas.microsoft.com/office/drawing/2014/main" id="{AB72EFAA-6E84-9E3D-D162-EAFCA223989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25" name="Google Shape;22;p2">
            <a:extLst>
              <a:ext uri="{FF2B5EF4-FFF2-40B4-BE49-F238E27FC236}">
                <a16:creationId xmlns:a16="http://schemas.microsoft.com/office/drawing/2014/main" id="{B9B06197-3DC4-B7CA-F852-0DCABD37B83E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3815" y="1489843"/>
            <a:ext cx="4863003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2990393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2 - pearl">
    <p:bg>
      <p:bgPr>
        <a:solidFill>
          <a:schemeClr val="tx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909A1-7841-F908-DB44-70554415A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D492F-2080-FD14-3ADE-12D1D12DF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B2E62-3390-2351-7E16-C0A2D58929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50F41A2-E115-099B-D5AA-BA5303E4C9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0CB5A32-2EA6-AFD9-C2A5-D9B55D35ED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8" name="SmartArt Placeholder 14">
            <a:extLst>
              <a:ext uri="{FF2B5EF4-FFF2-40B4-BE49-F238E27FC236}">
                <a16:creationId xmlns:a16="http://schemas.microsoft.com/office/drawing/2014/main" id="{9A53519A-BF04-2241-6ED1-AFDFA400E50B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703580" y="560174"/>
            <a:ext cx="5405042" cy="539144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4D86D671-060B-AF6F-7B6C-7DE9A685559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F6AFF70D-2068-F324-4C3F-C4D6639C9CB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251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ext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6D7ED2-BDD2-9EAC-9B5D-F9666CDC0E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ED45A62F-170E-F483-01CD-5BC38CB1C7B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D2867F0C-6ADC-734F-9658-CA6FD6F371AF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10774436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444500" lvl="1" indent="-173038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CA7D4B8-79B8-B145-93B2-6726FBF5EE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D8D7721-8EA5-CB12-9250-8A4C6E9DD0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8706B-FEE6-5081-BFB1-E46BD3A31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5B11BE-6701-7C75-3063-CC24FEFA5C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B1B2CD7A-E160-CBB4-5DA8-2D4F66294F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8990E20-048C-0B22-D97F-F28850E220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8" name="Google Shape;22;p2">
            <a:extLst>
              <a:ext uri="{FF2B5EF4-FFF2-40B4-BE49-F238E27FC236}">
                <a16:creationId xmlns:a16="http://schemas.microsoft.com/office/drawing/2014/main" id="{C331E3B8-AE8A-7986-17AF-0B109ACC7095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294803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able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E0969DE6-CEEA-8C8D-79FE-151857CC46B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2FF6980-009C-4273-531D-7630AA8FFDC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92150" y="1933204"/>
            <a:ext cx="10774263" cy="402253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EA59528-5265-76F1-B6E5-51F06C1F6D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521A774-EA06-882A-76A6-68A29B0343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36096-6A97-A299-6B84-6D59EF6CA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4639E-1DFB-A0F2-C1EA-CBC219B24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E8B00E83-DA18-A1E9-1B02-778EF9BBC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F94C15A-A750-B7D3-4EC1-C3A01D812D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1" name="Google Shape;22;p2">
            <a:extLst>
              <a:ext uri="{FF2B5EF4-FFF2-40B4-BE49-F238E27FC236}">
                <a16:creationId xmlns:a16="http://schemas.microsoft.com/office/drawing/2014/main" id="{E61A3792-42BB-012F-F5ED-3D34EC0A08F8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3642012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smart art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E0969DE6-CEEA-8C8D-79FE-151857CC46B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2" name="SmartArt Placeholder 14">
            <a:extLst>
              <a:ext uri="{FF2B5EF4-FFF2-40B4-BE49-F238E27FC236}">
                <a16:creationId xmlns:a16="http://schemas.microsoft.com/office/drawing/2014/main" id="{3BBC76E8-5F16-2B17-D0B8-6F1408C54396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91977" y="1933203"/>
            <a:ext cx="10808046" cy="4022536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8CA7A-3F27-E366-DB53-9843E70C76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D17E7B5-E395-0982-E834-B1B87A6327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DDCE7-9DFE-B34B-8864-291303738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7B748-9534-882A-76C9-00F7C32501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016A439C-7D6A-5DC6-A300-ACFCB9B0CB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FD91522-70A9-0E1F-B1F9-6182837EBC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3" name="Google Shape;22;p2">
            <a:extLst>
              <a:ext uri="{FF2B5EF4-FFF2-40B4-BE49-F238E27FC236}">
                <a16:creationId xmlns:a16="http://schemas.microsoft.com/office/drawing/2014/main" id="{0730822E-B6EE-55B1-26AE-F2E4FAB5681E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4143606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picture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92949D2-61F6-DC95-E997-E390C89F0F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977" y="1949450"/>
            <a:ext cx="10774436" cy="3973920"/>
          </a:xfrm>
          <a:prstGeom prst="roundRect">
            <a:avLst>
              <a:gd name="adj" fmla="val 832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14B5E-BDC7-1FFA-F17A-6705EE19BA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Google Shape;21;p2">
            <a:extLst>
              <a:ext uri="{FF2B5EF4-FFF2-40B4-BE49-F238E27FC236}">
                <a16:creationId xmlns:a16="http://schemas.microsoft.com/office/drawing/2014/main" id="{3AB8DAC0-A7E4-A23E-72EF-3E3814F1A0A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7B1ADBEC-6E20-B423-2BE9-5CF40548E8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75891C0B-6FDD-ECC4-9EE6-0E7CE17F4C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9F96EE-6E27-6062-C6EA-B08BCAA3F1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91C92-2E7A-6C2D-B84A-B2E136CFBD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8F01FCA4-FF78-F65E-FFDA-5FFF298084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791A721-3F7B-17A0-2C07-E45AD03414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0" name="Google Shape;22;p2">
            <a:extLst>
              <a:ext uri="{FF2B5EF4-FFF2-40B4-BE49-F238E27FC236}">
                <a16:creationId xmlns:a16="http://schemas.microsoft.com/office/drawing/2014/main" id="{6165952B-D4D4-C567-00EC-FC7F7CAD7EBC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2713397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media - pearl">
    <p:bg>
      <p:bgPr>
        <a:solidFill>
          <a:schemeClr val="tx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5">
            <a:extLst>
              <a:ext uri="{FF2B5EF4-FFF2-40B4-BE49-F238E27FC236}">
                <a16:creationId xmlns:a16="http://schemas.microsoft.com/office/drawing/2014/main" id="{011492F5-41C3-B14E-6F60-3217E126145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691977" y="1948266"/>
            <a:ext cx="10774436" cy="3975104"/>
          </a:xfrm>
          <a:prstGeom prst="roundRect">
            <a:avLst>
              <a:gd name="adj" fmla="val 8329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A20B7-22F7-1588-1189-6FC38FB229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Google Shape;21;p2">
            <a:extLst>
              <a:ext uri="{FF2B5EF4-FFF2-40B4-BE49-F238E27FC236}">
                <a16:creationId xmlns:a16="http://schemas.microsoft.com/office/drawing/2014/main" id="{BFC61242-EC75-2401-5AA9-F47717744C3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Click to add heading</a:t>
            </a:r>
            <a:endParaRPr dirty="0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3F4E304-DE4D-CA08-5AB6-7B94C42971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AED893EC-2812-03D6-E096-0708C3CD2B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34079-5AD6-875F-01F1-3C67E56BD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50317-0C05-291D-4872-CA214D083A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E0D6EA6B-B2B9-1E89-1C06-20BB6ABBD6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8723418-CB6B-D224-587A-886E3B4EBC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5" name="Google Shape;22;p2">
            <a:extLst>
              <a:ext uri="{FF2B5EF4-FFF2-40B4-BE49-F238E27FC236}">
                <a16:creationId xmlns:a16="http://schemas.microsoft.com/office/drawing/2014/main" id="{05466CAB-7B37-C247-C3D5-A6F14D705877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6" y="1489843"/>
            <a:ext cx="10774435" cy="2614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0" rIns="9000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</p:spTree>
    <p:extLst>
      <p:ext uri="{BB962C8B-B14F-4D97-AF65-F5344CB8AC3E}">
        <p14:creationId xmlns:p14="http://schemas.microsoft.com/office/powerpoint/2010/main" val="628254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- pea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4A31F4B-EA6C-1547-D6A3-FB9827BF71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3F70A-A246-3C68-A312-12065F1D1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5CF9C-7BD7-A1A3-259C-1A9D3516A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5629A-7AD2-9EB0-BBC9-64B51170D7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B27E156-94B0-EADF-7944-3E9AE7EBE8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3822103-0F29-2BF0-600D-AC3EE5152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96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4A31F4B-EA6C-1547-D6A3-FB9827BF71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3F70A-A246-3C68-A312-12065F1D1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5CF9C-7BD7-A1A3-259C-1A9D3516A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5629A-7AD2-9EB0-BBC9-64B51170D7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B27E156-94B0-EADF-7944-3E9AE7EBE8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3822103-0F29-2BF0-600D-AC3EE5152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10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title - dark">
    <p:bg>
      <p:bgPr>
        <a:solidFill>
          <a:schemeClr val="bg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 hasCustomPrompt="1"/>
          </p:nvPr>
        </p:nvSpPr>
        <p:spPr>
          <a:xfrm>
            <a:off x="766095" y="2734374"/>
            <a:ext cx="5329905" cy="138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 i="1">
                <a:solidFill>
                  <a:schemeClr val="lt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presentation title</a:t>
            </a:r>
            <a:endParaRPr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 hasCustomPrompt="1"/>
          </p:nvPr>
        </p:nvSpPr>
        <p:spPr>
          <a:xfrm>
            <a:off x="766095" y="5273506"/>
            <a:ext cx="5329905" cy="8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6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b="0" dirty="0"/>
              <a:t>CLICK TO ADD SUBTITLE (ALL CAPS) 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EB7E9-A412-17BE-0D6C-98F1660B8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857" y="410824"/>
            <a:ext cx="2510013" cy="1719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B147D7-0FB2-812B-1C96-0D6F3F5BB54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17976" y="0"/>
            <a:ext cx="5074024" cy="685800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23CFD-1D32-73EA-B187-DF5C88A756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47" y="687937"/>
            <a:ext cx="2509837" cy="1148176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036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5_Custom Layout" preserve="1" userDrawn="1">
  <p:cSld name="full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4A011EBE-46E4-7E8E-A1F5-6AFA430BC9F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66800" y="4264309"/>
            <a:ext cx="5481600" cy="95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 b="0" i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dirty="0"/>
              <a:t>Click to add heading</a:t>
            </a:r>
            <a:endParaRPr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3F913A01-59AF-1122-012F-3735F06B9C3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766800" y="5413068"/>
            <a:ext cx="5481600" cy="58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 sz="1600" b="0" i="0" cap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lang="en-GB" b="0" dirty="0"/>
              <a:t>To change the background on this slide: Right click &gt; Format Background &gt; Picture or texture fill &gt; Insert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75DCF-0D83-7753-D76B-70EEB5D56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B08E8-4568-9993-7BB7-F75785168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A6422A-8764-AEE5-8406-DD7EA1B049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B039392-B948-3D99-F0E1-19B3487D27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0339A4E-BCDF-4E38-63D1-6EEE7D5D88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966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EB869E-66BE-A61A-9A9B-D2360A6D90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1;p2">
            <a:extLst>
              <a:ext uri="{FF2B5EF4-FFF2-40B4-BE49-F238E27FC236}">
                <a16:creationId xmlns:a16="http://schemas.microsoft.com/office/drawing/2014/main" id="{BD345332-270B-A6C2-D249-7D5D0AB6D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CC209449-50D1-F449-B113-70F812BA0CD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523EB6F6-F7A0-9ED2-4715-212FE5B6A4AF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3462997-0B52-CE8D-77F5-42BCADAC2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254D4816-9437-7AC4-AA6C-B9842D9C07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1E910-ACDD-2A82-E30D-7B1DEA3568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F9F2C-BC3E-53B4-5277-7C32ED34E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F7548C63-6DAD-131F-546D-01BC7242D4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8ACA1A4-289E-CC60-D872-6BCEE4DB30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27106-4315-59E6-D8E3-CCB63CEA1B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3A3692F7-7FDC-BFE2-7249-FFE8F8FF2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6E37217C-894A-98FD-9479-1E7CD1AD428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80FB454-4B05-9A76-72C7-A688899047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EF9F537-ACD0-0B6C-C57C-F97B2AF2F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2CB07FF3-3D6C-BEF6-C39F-4BA8BC7E23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C520F-20EE-A0A0-82FA-8D5D54CEB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AB320-AB6B-F638-2506-4E3570E174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FBC817A8-679B-B37F-FB84-1166D311E3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C5AC285-3A71-09D6-764A-A03F781D70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173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(+sub)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45EDBE5-D3B6-C005-3CCF-A693143558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Google Shape;22;p2">
            <a:extLst>
              <a:ext uri="{FF2B5EF4-FFF2-40B4-BE49-F238E27FC236}">
                <a16:creationId xmlns:a16="http://schemas.microsoft.com/office/drawing/2014/main" id="{0FF97802-DC41-A0D7-4B07-658D4DC3B847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7933" y="1488615"/>
            <a:ext cx="4858885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9" name="Google Shape;21;p2">
            <a:extLst>
              <a:ext uri="{FF2B5EF4-FFF2-40B4-BE49-F238E27FC236}">
                <a16:creationId xmlns:a16="http://schemas.microsoft.com/office/drawing/2014/main" id="{32252E36-15E0-F65D-46A9-DF46927E7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7933" y="560174"/>
            <a:ext cx="485888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0236247A-1BF0-4260-07ED-A565D19AD3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11466414" y="6446533"/>
            <a:ext cx="538121" cy="365125"/>
          </a:xfrm>
        </p:spPr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8A2E636D-BFBF-3686-A62C-DD84C0F05B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EFDBB-E34E-1B9E-3B23-5488EE6768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7BF90-7506-D661-D63B-D7EED34259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24358D3D-B604-D07C-7AFE-56A1AB2A82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7BA2C9E-2106-2F44-9EE3-E7C7AB1437A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84C95720-623B-93B0-79F3-BA8F211B86F7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814508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61236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image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B996F-B786-F69F-5BC1-6E903FC560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1;p2">
            <a:extLst>
              <a:ext uri="{FF2B5EF4-FFF2-40B4-BE49-F238E27FC236}">
                <a16:creationId xmlns:a16="http://schemas.microsoft.com/office/drawing/2014/main" id="{21B3C71E-A8EF-1394-8643-8DF5EA128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ACF822C-85EF-7815-AD14-C24BF6F98C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5D681CE-10E1-2009-A917-73722D7DB8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4A6F4-09F6-0E4A-DA87-52B73D3D4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F0CF8-E627-288E-2F8F-E332BFE897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85AA54C-5FBD-0350-3DDD-B1AB2B41B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2F57DAA-805B-180F-40D8-308E8BD533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D1FC1A47-AB9E-82DA-CF80-02DBF71E6F1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2189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74F71-210F-72AC-C235-FC5364E2C7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34437-643E-D10B-F7CB-E42E4A5179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94BC9-8F97-B4C3-9008-E76B6E0CBF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5702A-B055-4DE6-52E7-AC1F41E770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19BE27A8-5E7F-E110-7E3B-5E6D6FA095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53DD630-87B8-E170-6B49-3F1D8A8414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4" name="Google Shape;21;p2">
            <a:extLst>
              <a:ext uri="{FF2B5EF4-FFF2-40B4-BE49-F238E27FC236}">
                <a16:creationId xmlns:a16="http://schemas.microsoft.com/office/drawing/2014/main" id="{4A9C1788-7F7C-73EB-2ADF-8CE50039E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6" y="564566"/>
            <a:ext cx="6763265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22;p2">
            <a:extLst>
              <a:ext uri="{FF2B5EF4-FFF2-40B4-BE49-F238E27FC236}">
                <a16:creationId xmlns:a16="http://schemas.microsoft.com/office/drawing/2014/main" id="{A4BED0FA-D7A4-3A3A-559B-410F4F8F7E1C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6" y="1489843"/>
            <a:ext cx="6763265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5" name="Google Shape;22;p2">
            <a:extLst>
              <a:ext uri="{FF2B5EF4-FFF2-40B4-BE49-F238E27FC236}">
                <a16:creationId xmlns:a16="http://schemas.microsoft.com/office/drawing/2014/main" id="{771D3377-A398-93AA-DE33-DDD0E728E01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815736"/>
            <a:ext cx="6763263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4280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EEFA49-9820-94E9-C4CD-26D623DB86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6E6F1-69EB-37DE-9564-6B1506C399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2E070-5B49-4F08-6640-758EAC8209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0F6B3C54-1D00-02FD-3959-DCC8B99930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27556FB-F406-409A-6698-648A1FFB4B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2" name="Google Shape;21;p2">
            <a:extLst>
              <a:ext uri="{FF2B5EF4-FFF2-40B4-BE49-F238E27FC236}">
                <a16:creationId xmlns:a16="http://schemas.microsoft.com/office/drawing/2014/main" id="{7C2EA373-9A34-CE93-DB97-CCA062CCC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6" y="564566"/>
            <a:ext cx="6771503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915E9DF-544A-BAE6-675A-161C93232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0223" y="564566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5EDBE667-041F-5FB2-D637-7225FABB6D49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7" y="1489843"/>
            <a:ext cx="6771501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0221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(+sub)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166918-12D6-A90B-85FF-1A2B94217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0BAAB22C-D1E4-DF5B-0A37-57F1D095BC17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753231" y="1488615"/>
            <a:ext cx="6753588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049E6D31-4008-DD60-0EB4-C22955080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BF96044-5014-9E6B-2659-51B3D3027D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BD4C46A4-BE44-3AD3-8D76-481D38AA73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20664D-439B-6DC4-DDBC-FC5EAC3A40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D8EEF-14D3-55E4-AAD8-CFDE05D4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415036B-4B72-8949-ED2F-572C7C4C8F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8CDEE70-499A-9E17-F470-43AB120B5E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5DA5C5D7-CE69-D247-4CF1-55C73248883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1" y="1814508"/>
            <a:ext cx="6753589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1645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2/3 text/image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8C39F-646B-8F11-753A-45B2A072A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Google Shape;21;p2">
            <a:extLst>
              <a:ext uri="{FF2B5EF4-FFF2-40B4-BE49-F238E27FC236}">
                <a16:creationId xmlns:a16="http://schemas.microsoft.com/office/drawing/2014/main" id="{1D230128-03BD-226A-3BBC-9D285D1A9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3231" y="560174"/>
            <a:ext cx="6753588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EA16C4A-09EA-07CF-49B3-41106B2DAA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0" y="560174"/>
            <a:ext cx="3479800" cy="5391173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ADFC286-2F6E-BA6B-8291-FDBE7D2921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35FB8-4F78-8704-138C-E5B5AC3C4F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68926-099C-F0D2-365F-1E3B6091B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32158E5-E3D5-AF03-BE44-26DDCD31D9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B7260E1-7FC1-DDA8-EACA-559D353893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281BD284-29F5-24BF-7A9A-D010558C5E0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753231" y="1488615"/>
            <a:ext cx="6753589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87875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1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1" name="Google Shape;21;p2">
            <a:extLst>
              <a:ext uri="{FF2B5EF4-FFF2-40B4-BE49-F238E27FC236}">
                <a16:creationId xmlns:a16="http://schemas.microsoft.com/office/drawing/2014/main" id="{7C83F3CD-D0E4-1DD4-27FA-828D17375C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67BA02F7-47ED-AB1C-0364-6B6696AEFB16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3" name="Google Shape;22;p2">
            <a:extLst>
              <a:ext uri="{FF2B5EF4-FFF2-40B4-BE49-F238E27FC236}">
                <a16:creationId xmlns:a16="http://schemas.microsoft.com/office/drawing/2014/main" id="{23C2C464-C25E-4FD6-8B72-F5E57BA4A014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4863002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EF420008-1647-B7B5-C3E3-91EF8662D870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738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1 - dark">
    <p:bg>
      <p:bgPr>
        <a:solidFill>
          <a:schemeClr val="tx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67092-92FC-A56A-0C25-FD134773C4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59A71-1624-522C-8452-10B204277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BF12E-8AA7-AABC-E302-7B257D69CB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FE87D4-90D8-3CB7-0032-4EFD8BD19F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D481457-9B9F-2FBA-19BF-117C1EEA24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7" name="SmartArt Placeholder 14">
            <a:extLst>
              <a:ext uri="{FF2B5EF4-FFF2-40B4-BE49-F238E27FC236}">
                <a16:creationId xmlns:a16="http://schemas.microsoft.com/office/drawing/2014/main" id="{ED176F8B-C226-ADB9-B7B6-54A1F865ED5B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094981" y="564567"/>
            <a:ext cx="5405042" cy="539117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Google Shape;21;p2">
            <a:extLst>
              <a:ext uri="{FF2B5EF4-FFF2-40B4-BE49-F238E27FC236}">
                <a16:creationId xmlns:a16="http://schemas.microsoft.com/office/drawing/2014/main" id="{F46D9EF5-2F86-6370-E0D2-F0D0DBB11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13825F0D-13AD-D46B-843D-1D3CBC74C23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489843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68675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(+sub) opt 2 - dark">
    <p:bg>
      <p:bgPr>
        <a:solidFill>
          <a:schemeClr val="tx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AFABF2-6EA2-8BB0-AC99-49C71787D2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CD84E-53B1-1E42-2544-60CAD0B447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8D474-B6E3-DBEC-6921-0659CD0E74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C55AAF8-F92C-79D0-CBD5-084B6CDDCB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6D5D850-C63D-2EA7-06CF-E0034872CB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5EB69A26-DCD6-1AD8-5884-3D17D4B271E1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703580" y="560174"/>
            <a:ext cx="5405042" cy="5391444"/>
          </a:xfrm>
        </p:spPr>
        <p:txBody>
          <a:bodyPr/>
          <a:lstStyle/>
          <a:p>
            <a:endParaRPr lang="en-GB"/>
          </a:p>
        </p:txBody>
      </p:sp>
      <p:sp>
        <p:nvSpPr>
          <p:cNvPr id="20" name="Google Shape;22;p2">
            <a:extLst>
              <a:ext uri="{FF2B5EF4-FFF2-40B4-BE49-F238E27FC236}">
                <a16:creationId xmlns:a16="http://schemas.microsoft.com/office/drawing/2014/main" id="{FD15FAB6-EC8E-6C14-FA80-DAF81835317E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814508"/>
            <a:ext cx="4863002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21" name="Google Shape;22;p2">
            <a:extLst>
              <a:ext uri="{FF2B5EF4-FFF2-40B4-BE49-F238E27FC236}">
                <a16:creationId xmlns:a16="http://schemas.microsoft.com/office/drawing/2014/main" id="{45B61B37-7DEA-D39A-4D4B-76B6D989F1BC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43817" y="1488615"/>
            <a:ext cx="4863002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23" name="Google Shape;21;p2">
            <a:extLst>
              <a:ext uri="{FF2B5EF4-FFF2-40B4-BE49-F238E27FC236}">
                <a16:creationId xmlns:a16="http://schemas.microsoft.com/office/drawing/2014/main" id="{AB72EFAA-6E84-9E3D-D162-EAFCA2239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3640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4_Custom Layout" preserve="1" userDrawn="1">
  <p:cSld name="half text/smart art opt 2 - dark">
    <p:bg>
      <p:bgPr>
        <a:solidFill>
          <a:schemeClr val="bg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909A1-7841-F908-DB44-70554415A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D492F-2080-FD14-3ADE-12D1D12DF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B2E62-3390-2351-7E16-C0A2D58929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50F41A2-E115-099B-D5AA-BA5303E4C9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0CB5A32-2EA6-AFD9-C2A5-D9B55D35ED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8" name="SmartArt Placeholder 14">
            <a:extLst>
              <a:ext uri="{FF2B5EF4-FFF2-40B4-BE49-F238E27FC236}">
                <a16:creationId xmlns:a16="http://schemas.microsoft.com/office/drawing/2014/main" id="{9A53519A-BF04-2241-6ED1-AFDFA400E50B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703580" y="560174"/>
            <a:ext cx="5405042" cy="5391443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Google Shape;22;p2">
            <a:extLst>
              <a:ext uri="{FF2B5EF4-FFF2-40B4-BE49-F238E27FC236}">
                <a16:creationId xmlns:a16="http://schemas.microsoft.com/office/drawing/2014/main" id="{4D86D671-060B-AF6F-7B6C-7DE9A685559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643818" y="1488615"/>
            <a:ext cx="4863002" cy="4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F6AFF70D-2068-F324-4C3F-C4D6639C9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817" y="560174"/>
            <a:ext cx="4863002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10176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ext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6D7ED2-BDD2-9EAC-9B5D-F9666CDC0E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oogle Shape;22;p2">
            <a:extLst>
              <a:ext uri="{FF2B5EF4-FFF2-40B4-BE49-F238E27FC236}">
                <a16:creationId xmlns:a16="http://schemas.microsoft.com/office/drawing/2014/main" id="{D2867F0C-6ADC-734F-9658-CA6FD6F371AF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91978" y="1815736"/>
            <a:ext cx="10774436" cy="414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i="0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271462" lvl="1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/>
            </a:lvl2pPr>
            <a:lvl3pPr marL="534988" lvl="2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ts val="1800"/>
              <a:buFont typeface="Arial" panose="020B0604020202020204" pitchFamily="34" charset="0"/>
              <a:buNone/>
              <a:defRPr b="0" spc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GB" dirty="0"/>
              <a:t>Calibri, font size 16</a:t>
            </a:r>
          </a:p>
          <a:p>
            <a:pPr lvl="1"/>
            <a:endParaRPr lang="en-GB" dirty="0"/>
          </a:p>
        </p:txBody>
      </p:sp>
      <p:sp>
        <p:nvSpPr>
          <p:cNvPr id="10" name="Google Shape;22;p2">
            <a:extLst>
              <a:ext uri="{FF2B5EF4-FFF2-40B4-BE49-F238E27FC236}">
                <a16:creationId xmlns:a16="http://schemas.microsoft.com/office/drawing/2014/main" id="{778C87FE-CB61-9AB2-094E-C3ECFC9DD604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CA7D4B8-79B8-B145-93B2-6726FBF5EE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D8D7721-8EA5-CB12-9250-8A4C6E9DD0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8706B-FEE6-5081-BFB1-E46BD3A31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5B11BE-6701-7C75-3063-CC24FEFA5C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B1B2CD7A-E160-CBB4-5DA8-2D4F66294F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8990E20-048C-0B22-D97F-F28850E220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1;p2">
            <a:extLst>
              <a:ext uri="{FF2B5EF4-FFF2-40B4-BE49-F238E27FC236}">
                <a16:creationId xmlns:a16="http://schemas.microsoft.com/office/drawing/2014/main" id="{B3B64241-5A59-6B03-838C-8D540980F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295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table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E1B104FE-CAFE-49CE-9432-6841700F02FE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2FF6980-009C-4273-531D-7630AA8FFDC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92150" y="1933204"/>
            <a:ext cx="10774263" cy="4022535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EA59528-5265-76F1-B6E5-51F06C1F6D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521A774-EA06-882A-76A6-68A29B0343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36096-6A97-A299-6B84-6D59EF6CA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4639E-1DFB-A0F2-C1EA-CBC219B245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E8B00E83-DA18-A1E9-1B02-778EF9BBCB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F94C15A-A750-B7D3-4EC1-C3A01D812D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1;p2">
            <a:extLst>
              <a:ext uri="{FF2B5EF4-FFF2-40B4-BE49-F238E27FC236}">
                <a16:creationId xmlns:a16="http://schemas.microsoft.com/office/drawing/2014/main" id="{9E7C0BCD-2A20-4E57-4C1F-5F22FF402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76582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smart art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1E9E3-52FC-928A-7762-6DC7DFBFCE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oogle Shape;22;p2">
            <a:extLst>
              <a:ext uri="{FF2B5EF4-FFF2-40B4-BE49-F238E27FC236}">
                <a16:creationId xmlns:a16="http://schemas.microsoft.com/office/drawing/2014/main" id="{E1B104FE-CAFE-49CE-9432-6841700F02FE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2" name="SmartArt Placeholder 14">
            <a:extLst>
              <a:ext uri="{FF2B5EF4-FFF2-40B4-BE49-F238E27FC236}">
                <a16:creationId xmlns:a16="http://schemas.microsoft.com/office/drawing/2014/main" id="{3BBC76E8-5F16-2B17-D0B8-6F1408C54396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91977" y="1933203"/>
            <a:ext cx="10808046" cy="4022536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8CA7A-3F27-E366-DB53-9843E70C76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D17E7B5-E395-0982-E834-B1B87A6327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DDCE7-9DFE-B34B-8864-291303738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7B748-9534-882A-76C9-00F7C32501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016A439C-7D6A-5DC6-A300-ACFCB9B0CB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FD91522-70A9-0E1F-B1F9-6182837EBC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2" name="Google Shape;21;p2">
            <a:extLst>
              <a:ext uri="{FF2B5EF4-FFF2-40B4-BE49-F238E27FC236}">
                <a16:creationId xmlns:a16="http://schemas.microsoft.com/office/drawing/2014/main" id="{D42463B8-E88E-6123-4FB7-95A4E832E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899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image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92949D2-61F6-DC95-E997-E390C89F0F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977" y="1949450"/>
            <a:ext cx="10774436" cy="3973920"/>
          </a:xfrm>
          <a:prstGeom prst="roundRect">
            <a:avLst>
              <a:gd name="adj" fmla="val 832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14B5E-BDC7-1FFA-F17A-6705EE19BA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oogle Shape;22;p2">
            <a:extLst>
              <a:ext uri="{FF2B5EF4-FFF2-40B4-BE49-F238E27FC236}">
                <a16:creationId xmlns:a16="http://schemas.microsoft.com/office/drawing/2014/main" id="{6E1FEAD1-6F30-14B3-C221-887A18E15F8C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7B1ADBEC-6E20-B423-2BE9-5CF40548E8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75891C0B-6FDD-ECC4-9EE6-0E7CE17F4C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9F96EE-6E27-6062-C6EA-B08BCAA3F1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91C92-2E7A-6C2D-B84A-B2E136CFBD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8F01FCA4-FF78-F65E-FFDA-5FFF298084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791A721-3F7B-17A0-2C07-E45AD03414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4" name="Google Shape;21;p2">
            <a:extLst>
              <a:ext uri="{FF2B5EF4-FFF2-40B4-BE49-F238E27FC236}">
                <a16:creationId xmlns:a16="http://schemas.microsoft.com/office/drawing/2014/main" id="{9F62795F-C62B-F835-0FCC-75BA8F5355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8972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3_Custom Layout" preserve="1" userDrawn="1">
  <p:cSld name="media - dark">
    <p:bg>
      <p:bgPr>
        <a:solidFill>
          <a:schemeClr val="bg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5">
            <a:extLst>
              <a:ext uri="{FF2B5EF4-FFF2-40B4-BE49-F238E27FC236}">
                <a16:creationId xmlns:a16="http://schemas.microsoft.com/office/drawing/2014/main" id="{011492F5-41C3-B14E-6F60-3217E126145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691977" y="1948266"/>
            <a:ext cx="10774436" cy="3975104"/>
          </a:xfrm>
          <a:prstGeom prst="roundRect">
            <a:avLst>
              <a:gd name="adj" fmla="val 8329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A20B7-22F7-1588-1189-6FC38FB229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Google Shape;21;p2">
            <a:extLst>
              <a:ext uri="{FF2B5EF4-FFF2-40B4-BE49-F238E27FC236}">
                <a16:creationId xmlns:a16="http://schemas.microsoft.com/office/drawing/2014/main" id="{BFC61242-EC75-2401-5AA9-F47717744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977" y="564566"/>
            <a:ext cx="10774436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 b="0" i="1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22;p2">
            <a:extLst>
              <a:ext uri="{FF2B5EF4-FFF2-40B4-BE49-F238E27FC236}">
                <a16:creationId xmlns:a16="http://schemas.microsoft.com/office/drawing/2014/main" id="{6E286484-58AB-051A-B3B5-877246C70F2F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691977" y="1489843"/>
            <a:ext cx="10774436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400" b="1" i="0" cap="none" spc="300">
                <a:solidFill>
                  <a:schemeClr val="accent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lvl="1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en-GB" b="0" dirty="0"/>
              <a:t>SUBTITLE, ALL CAPS, SIZE 14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3F4E304-DE4D-CA08-5AB6-7B94C42971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AED893EC-2812-03D6-E096-0708C3CD2B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34079-5AD6-875F-01F1-3C67E56BD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50317-0C05-291D-4872-CA214D083A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E0D6EA6B-B2B9-1E89-1C06-20BB6ABBD6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8723418-CB6B-D224-587A-886E3B4EBC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20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4A31F4B-EA6C-1547-D6A3-FB9827BF71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3F70A-A246-3C68-A312-12065F1D1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5CF9C-7BD7-A1A3-259C-1A9D3516A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5629A-7AD2-9EB0-BBC9-64B51170D7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B27E156-94B0-EADF-7944-3E9AE7EBE8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3822103-0F29-2BF0-600D-AC3EE5152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1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81D4D4-5808-C051-B809-251080601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978" y="1794978"/>
            <a:ext cx="10814840" cy="41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GB" dirty="0" err="1"/>
              <a:t>Bodycopy</a:t>
            </a:r>
            <a:endParaRPr lang="en-GB" dirty="0"/>
          </a:p>
          <a:p>
            <a:pPr lvl="3"/>
            <a:r>
              <a:rPr lang="en-GB" dirty="0"/>
              <a:t>Bulleted List</a:t>
            </a:r>
          </a:p>
          <a:p>
            <a:pPr lvl="4"/>
            <a:r>
              <a:rPr lang="en-GB" dirty="0"/>
              <a:t>Numbered List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966FE-1BA2-62A2-98C1-D51E196E50D8}"/>
              </a:ext>
            </a:extLst>
          </p:cNvPr>
          <p:cNvSpPr/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D061C-6BCA-3FEE-A120-5446B79823B8}"/>
              </a:ext>
            </a:extLst>
          </p:cNvPr>
          <p:cNvSpPr txBox="1"/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E7F74-35D4-1BBE-0E84-04A37349268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480DA44-5C6E-1E94-C96F-B9572EAAA644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C046DA72-7495-29EB-E7B1-9AD3D2688548}"/>
              </a:ext>
            </a:extLst>
          </p:cNvPr>
          <p:cNvSpPr txBox="1">
            <a:spLocks/>
          </p:cNvSpPr>
          <p:nvPr userDrawn="1"/>
        </p:nvSpPr>
        <p:spPr>
          <a:xfrm>
            <a:off x="691976" y="564566"/>
            <a:ext cx="10814839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Click to add heading</a:t>
            </a:r>
          </a:p>
        </p:txBody>
      </p:sp>
      <p:sp>
        <p:nvSpPr>
          <p:cNvPr id="20" name="Text Box 1">
            <a:extLst>
              <a:ext uri="{FF2B5EF4-FFF2-40B4-BE49-F238E27FC236}">
                <a16:creationId xmlns:a16="http://schemas.microsoft.com/office/drawing/2014/main" id="{221967DC-363F-8FE3-CE18-AC31223E60C1}"/>
              </a:ext>
            </a:extLst>
          </p:cNvPr>
          <p:cNvSpPr txBox="1"/>
          <p:nvPr userDrawn="1"/>
        </p:nvSpPr>
        <p:spPr>
          <a:xfrm>
            <a:off x="685181" y="1431153"/>
            <a:ext cx="10821634" cy="330200"/>
          </a:xfrm>
          <a:prstGeom prst="roundRect">
            <a:avLst/>
          </a:prstGeom>
          <a:solidFill>
            <a:schemeClr val="accen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ounded MT Bold" panose="020F0704030504030204" pitchFamily="34" charset="0"/>
                <a:cs typeface="Arial"/>
                <a:sym typeface="Arial"/>
              </a:rPr>
              <a:t>SUBTITLE, SPACING ‘LOOSE’, ALL CAPS, SIZE 14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69" r:id="rId1"/>
    <p:sldLayoutId id="2147483765" r:id="rId2"/>
    <p:sldLayoutId id="2147483778" r:id="rId3"/>
    <p:sldLayoutId id="2147483779" r:id="rId4"/>
    <p:sldLayoutId id="2147483736" r:id="rId5"/>
    <p:sldLayoutId id="2147483777" r:id="rId6"/>
    <p:sldLayoutId id="2147483734" r:id="rId7"/>
    <p:sldLayoutId id="2147483774" r:id="rId8"/>
    <p:sldLayoutId id="2147483775" r:id="rId9"/>
    <p:sldLayoutId id="2147483776" r:id="rId10"/>
    <p:sldLayoutId id="2147483729" r:id="rId11"/>
    <p:sldLayoutId id="2147483839" r:id="rId12"/>
    <p:sldLayoutId id="2147483730" r:id="rId13"/>
    <p:sldLayoutId id="2147483771" r:id="rId14"/>
    <p:sldLayoutId id="2147483748" r:id="rId15"/>
    <p:sldLayoutId id="2147483725" r:id="rId16"/>
    <p:sldLayoutId id="2147483841" r:id="rId17"/>
    <p:sldLayoutId id="2147483749" r:id="rId18"/>
    <p:sldLayoutId id="2147483750" r:id="rId19"/>
    <p:sldLayoutId id="2147483840" r:id="rId20"/>
    <p:sldLayoutId id="2147483870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000" b="0" i="1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492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1400" b="0" i="0" u="none" strike="noStrike" cap="none" spc="0" baseline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0" marR="0" lvl="2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2"/>
        </a:buClr>
        <a:buSzPct val="120000"/>
        <a:buFont typeface="Arial" panose="020B0604020202020204" pitchFamily="34" charset="0"/>
        <a:buNone/>
        <a:defRPr sz="1800" b="1" i="0" u="none" strike="noStrike" cap="none" spc="300">
          <a:solidFill>
            <a:srgbClr val="000000"/>
          </a:solidFill>
          <a:latin typeface="Arial Rounded MT Bold" panose="020F0704030504030204" pitchFamily="34" charset="77"/>
          <a:ea typeface="Arial Rounded MT Bold" panose="020F0704030504030204" pitchFamily="34" charset="77"/>
          <a:cs typeface="Calibri" panose="020F0502020204030204" pitchFamily="34" charset="0"/>
          <a:sym typeface="Arial"/>
        </a:defRPr>
      </a:lvl3pPr>
      <a:lvl4pPr marL="342900" marR="0" lvl="3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SzPct val="100000"/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L="342900" marR="0" lvl="4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Font typeface="+mj-lt"/>
        <a:buAutoNum type="arabicPeriod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L="285750" marR="0" lvl="5" indent="-28575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78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320">
          <p15:clr>
            <a:srgbClr val="F26B43"/>
          </p15:clr>
        </p15:guide>
        <p15:guide id="4" pos="2593">
          <p15:clr>
            <a:srgbClr val="F26B43"/>
          </p15:clr>
        </p15:guide>
        <p15:guide id="5" pos="4316">
          <p15:clr>
            <a:srgbClr val="F26B43"/>
          </p15:clr>
        </p15:guide>
        <p15:guide id="6" pos="6902">
          <p15:clr>
            <a:srgbClr val="F26B43"/>
          </p15:clr>
        </p15:guide>
        <p15:guide id="7">
          <p15:clr>
            <a:srgbClr val="F26B43"/>
          </p15:clr>
        </p15:guide>
        <p15:guide id="8" orient="horz">
          <p15:clr>
            <a:srgbClr val="F26B43"/>
          </p15:clr>
        </p15:guide>
        <p15:guide id="9" pos="3454">
          <p15:clr>
            <a:srgbClr val="F26B43"/>
          </p15:clr>
        </p15:guide>
        <p15:guide id="10" orient="horz" pos="3249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6040">
          <p15:clr>
            <a:srgbClr val="F26B43"/>
          </p15:clr>
        </p15:guide>
        <p15:guide id="13" pos="1731">
          <p15:clr>
            <a:srgbClr val="F26B43"/>
          </p15:clr>
        </p15:guide>
        <p15:guide id="14" pos="86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81D4D4-5808-C051-B809-251080601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978" y="1794978"/>
            <a:ext cx="10814840" cy="41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GB" dirty="0" err="1"/>
              <a:t>Bodycopy</a:t>
            </a:r>
            <a:endParaRPr lang="en-GB" dirty="0"/>
          </a:p>
          <a:p>
            <a:pPr lvl="3"/>
            <a:r>
              <a:rPr lang="en-GB" dirty="0"/>
              <a:t>Bulleted List</a:t>
            </a:r>
          </a:p>
          <a:p>
            <a:pPr lvl="4"/>
            <a:r>
              <a:rPr lang="en-GB" dirty="0"/>
              <a:t>Numbered List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966FE-1BA2-62A2-98C1-D51E196E50D8}"/>
              </a:ext>
            </a:extLst>
          </p:cNvPr>
          <p:cNvSpPr/>
          <p:nvPr userDrawn="1"/>
        </p:nvSpPr>
        <p:spPr>
          <a:xfrm>
            <a:off x="-12" y="6384010"/>
            <a:ext cx="12192012" cy="473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D061C-6BCA-3FEE-A120-5446B79823B8}"/>
              </a:ext>
            </a:extLst>
          </p:cNvPr>
          <p:cNvSpPr txBox="1"/>
          <p:nvPr userDrawn="1"/>
        </p:nvSpPr>
        <p:spPr>
          <a:xfrm>
            <a:off x="10147413" y="6492875"/>
            <a:ext cx="1319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0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Confidential: </a:t>
            </a:r>
            <a:r>
              <a:rPr lang="en-US" sz="1050" b="0" i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nxzen</a:t>
            </a:r>
            <a:endParaRPr lang="en-US" sz="1050" b="0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E7F74-35D4-1BBE-0E84-04A37349268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66414" y="6446533"/>
            <a:ext cx="538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BF3FF81-66DF-9245-9BA9-AFECB59A03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480DA44-5C6E-1E94-C96F-B9572EAAA64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530" y="6319565"/>
            <a:ext cx="1599638" cy="619059"/>
          </a:xfrm>
          <a:prstGeom prst="rect">
            <a:avLst/>
          </a:prstGeom>
        </p:spPr>
      </p:pic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D5464680-865F-2EF3-9A89-7B710A75FB35}"/>
              </a:ext>
            </a:extLst>
          </p:cNvPr>
          <p:cNvSpPr txBox="1">
            <a:spLocks/>
          </p:cNvSpPr>
          <p:nvPr userDrawn="1"/>
        </p:nvSpPr>
        <p:spPr>
          <a:xfrm>
            <a:off x="691978" y="1487188"/>
            <a:ext cx="10814841" cy="2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 sz="1400" b="1" i="0" u="none" strike="noStrike" cap="none" spc="300" baseline="0">
                <a:solidFill>
                  <a:schemeClr val="tx1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1pPr>
            <a:lvl2pPr marL="914400" marR="0" lvl="1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2pPr>
            <a:lvl3pPr marL="1371600" marR="0" lvl="2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 b="1" i="0" u="none" strike="noStrike" cap="none" spc="300">
                <a:solidFill>
                  <a:srgbClr val="000000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3pPr>
            <a:lvl4pPr marL="1828800" marR="0" lvl="3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 panose="020B0604020202020204" pitchFamily="34" charset="0"/>
              <a:buNone/>
              <a:defRPr sz="14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4pPr>
            <a:lvl5pPr marL="2286000" marR="0" lvl="4" indent="-228600" algn="l" rtl="0" eaLnBrk="1" hangingPunct="1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+mj-lt"/>
              <a:buNone/>
              <a:defRPr sz="14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5pPr>
            <a:lvl6pPr marL="2743200" marR="0" lvl="5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</a:rPr>
              <a:t>SUBTITLE, SPACING ‘LOOSE’, ALL CAPS, SIZE 14</a:t>
            </a:r>
          </a:p>
        </p:txBody>
      </p:sp>
      <p:sp>
        <p:nvSpPr>
          <p:cNvPr id="15" name="Google Shape;21;p2">
            <a:extLst>
              <a:ext uri="{FF2B5EF4-FFF2-40B4-BE49-F238E27FC236}">
                <a16:creationId xmlns:a16="http://schemas.microsoft.com/office/drawing/2014/main" id="{C046DA72-7495-29EB-E7B1-9AD3D2688548}"/>
              </a:ext>
            </a:extLst>
          </p:cNvPr>
          <p:cNvSpPr txBox="1">
            <a:spLocks/>
          </p:cNvSpPr>
          <p:nvPr userDrawn="1"/>
        </p:nvSpPr>
        <p:spPr>
          <a:xfrm>
            <a:off x="691976" y="564566"/>
            <a:ext cx="10814839" cy="74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20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5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>
                <a:solidFill>
                  <a:schemeClr val="tx2"/>
                </a:solidFill>
              </a:rPr>
              <a:t>Click to add heading</a:t>
            </a:r>
          </a:p>
        </p:txBody>
      </p:sp>
    </p:spTree>
    <p:extLst>
      <p:ext uri="{BB962C8B-B14F-4D97-AF65-F5344CB8AC3E}">
        <p14:creationId xmlns:p14="http://schemas.microsoft.com/office/powerpoint/2010/main" val="5506845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43" r:id="rId1"/>
    <p:sldLayoutId id="2147483846" r:id="rId2"/>
    <p:sldLayoutId id="2147483862" r:id="rId3"/>
    <p:sldLayoutId id="2147483863" r:id="rId4"/>
    <p:sldLayoutId id="2147483860" r:id="rId5"/>
    <p:sldLayoutId id="2147483861" r:id="rId6"/>
    <p:sldLayoutId id="2147483856" r:id="rId7"/>
    <p:sldLayoutId id="2147483857" r:id="rId8"/>
    <p:sldLayoutId id="2147483858" r:id="rId9"/>
    <p:sldLayoutId id="2147483859" r:id="rId10"/>
    <p:sldLayoutId id="2147483852" r:id="rId11"/>
    <p:sldLayoutId id="2147483853" r:id="rId12"/>
    <p:sldLayoutId id="2147483854" r:id="rId13"/>
    <p:sldLayoutId id="2147483855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4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000" b="0" i="1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492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1400" b="0" i="0" u="none" strike="noStrike" cap="none" spc="0" baseline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0" marR="0" lvl="2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2"/>
        </a:buClr>
        <a:buSzPct val="120000"/>
        <a:buFont typeface="Arial" panose="020B0604020202020204" pitchFamily="34" charset="0"/>
        <a:buNone/>
        <a:defRPr sz="1800" b="1" i="0" u="none" strike="noStrike" cap="none" spc="300">
          <a:solidFill>
            <a:srgbClr val="000000"/>
          </a:solidFill>
          <a:latin typeface="Arial Rounded MT Bold" panose="020F0704030504030204" pitchFamily="34" charset="77"/>
          <a:ea typeface="Arial Rounded MT Bold" panose="020F0704030504030204" pitchFamily="34" charset="77"/>
          <a:cs typeface="Calibri" panose="020F0502020204030204" pitchFamily="34" charset="0"/>
          <a:sym typeface="Arial"/>
        </a:defRPr>
      </a:lvl3pPr>
      <a:lvl4pPr marL="342900" marR="0" lvl="3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b="0" i="0" u="none" strike="noStrike" cap="none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L="342900" marR="0" lvl="4" indent="-3429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+mj-lt"/>
        <a:buAutoNum type="arabicPeriod"/>
        <a:defRPr sz="1400" b="0" i="0" u="none" strike="noStrike" cap="none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L="0" marR="0" lvl="5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78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320">
          <p15:clr>
            <a:srgbClr val="F26B43"/>
          </p15:clr>
        </p15:guide>
        <p15:guide id="4" pos="2593">
          <p15:clr>
            <a:srgbClr val="F26B43"/>
          </p15:clr>
        </p15:guide>
        <p15:guide id="5" pos="4316">
          <p15:clr>
            <a:srgbClr val="F26B43"/>
          </p15:clr>
        </p15:guide>
        <p15:guide id="6" pos="6902">
          <p15:clr>
            <a:srgbClr val="F26B43"/>
          </p15:clr>
        </p15:guide>
        <p15:guide id="7">
          <p15:clr>
            <a:srgbClr val="F26B43"/>
          </p15:clr>
        </p15:guide>
        <p15:guide id="8" orient="horz">
          <p15:clr>
            <a:srgbClr val="F26B43"/>
          </p15:clr>
        </p15:guide>
        <p15:guide id="9" pos="3454">
          <p15:clr>
            <a:srgbClr val="F26B43"/>
          </p15:clr>
        </p15:guide>
        <p15:guide id="10" orient="horz" pos="3249">
          <p15:clr>
            <a:srgbClr val="F26B43"/>
          </p15:clr>
        </p15:guide>
        <p15:guide id="11" orient="horz" pos="1071">
          <p15:clr>
            <a:srgbClr val="F26B43"/>
          </p15:clr>
        </p15:guide>
        <p15:guide id="12" pos="6040">
          <p15:clr>
            <a:srgbClr val="F26B43"/>
          </p15:clr>
        </p15:guide>
        <p15:guide id="13" pos="1731">
          <p15:clr>
            <a:srgbClr val="F26B43"/>
          </p15:clr>
        </p15:guide>
        <p15:guide id="14" pos="8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A994AC9-F496-99AB-33A6-EF2417BB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9BBCC5-CC85-74DF-25AF-E576ADE5A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D04183A-9717-8B82-C0AA-03F069D35D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77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6933C-1A7A-24C3-A6D6-B72824505E3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4B1E7-6042-510E-EB6E-F0E4B5A3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B9F67-1108-1E9D-1493-7B9C19725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DE61669-2DE0-565D-55BB-82CB500CFB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D288B8-0CFA-C1EB-EC35-E836CE2EB60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164040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9BB44AA-B843-F206-DF10-6492C6179A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485985-DD57-6C0D-2642-12F27B4E0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D98E14D-8147-C9DA-6D64-FE5FFF105C70}"/>
              </a:ext>
            </a:extLst>
          </p:cNvPr>
          <p:cNvSpPr txBox="1">
            <a:spLocks/>
          </p:cNvSpPr>
          <p:nvPr/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49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2pPr>
            <a:lvl3pPr marL="0" marR="0" lvl="2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None/>
              <a:defRPr sz="1800" b="1" i="0" u="none" strike="noStrike" cap="none" spc="300">
                <a:solidFill>
                  <a:srgbClr val="000000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3pPr>
            <a:lvl4pPr marL="342900" marR="0" lvl="3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="0" i="0" u="none" strike="noStrike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4pPr>
            <a:lvl5pPr marL="342900" marR="0" lvl="4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 sz="1400" b="0" i="0" u="none" strike="noStrike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5pPr>
            <a:lvl6pPr marL="0" marR="0" lvl="5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335965-7019-60C7-4750-658F92DA2542}"/>
              </a:ext>
            </a:extLst>
          </p:cNvPr>
          <p:cNvGrpSpPr/>
          <p:nvPr/>
        </p:nvGrpSpPr>
        <p:grpSpPr>
          <a:xfrm>
            <a:off x="766800" y="2242125"/>
            <a:ext cx="6345200" cy="2520000"/>
            <a:chOff x="766800" y="2242125"/>
            <a:chExt cx="6345200" cy="2520000"/>
          </a:xfrm>
        </p:grpSpPr>
        <p:sp>
          <p:nvSpPr>
            <p:cNvPr id="5" name="Google Shape;740;p48">
              <a:extLst>
                <a:ext uri="{FF2B5EF4-FFF2-40B4-BE49-F238E27FC236}">
                  <a16:creationId xmlns:a16="http://schemas.microsoft.com/office/drawing/2014/main" id="{F78C5470-6E87-D6E0-B834-91FBE25CB81E}"/>
                </a:ext>
              </a:extLst>
            </p:cNvPr>
            <p:cNvSpPr txBox="1"/>
            <p:nvPr/>
          </p:nvSpPr>
          <p:spPr>
            <a:xfrm>
              <a:off x="766800" y="2242125"/>
              <a:ext cx="6345200" cy="2520000"/>
            </a:xfrm>
            <a:prstGeom prst="roundRect">
              <a:avLst>
                <a:gd name="adj" fmla="val 3571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792000" tIns="46800" rIns="90000" bIns="468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4000" b="0" i="1" u="none" strike="noStrike" kern="0" cap="none" spc="0" normalizeH="0" baseline="0" noProof="0" dirty="0">
                  <a:ln>
                    <a:noFill/>
                  </a:ln>
                  <a:solidFill>
                    <a:srgbClr val="030304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Section heading</a:t>
              </a:r>
            </a:p>
          </p:txBody>
        </p:sp>
        <p:sp>
          <p:nvSpPr>
            <p:cNvPr id="6" name="Google Shape;740;p48">
              <a:extLst>
                <a:ext uri="{FF2B5EF4-FFF2-40B4-BE49-F238E27FC236}">
                  <a16:creationId xmlns:a16="http://schemas.microsoft.com/office/drawing/2014/main" id="{402F293E-FE7F-8081-380F-0967C02AC7D5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1020800" y="2494125"/>
              <a:ext cx="108000" cy="2016000"/>
            </a:xfrm>
            <a:prstGeom prst="roundRect">
              <a:avLst>
                <a:gd name="adj" fmla="val 8333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44000" tIns="46800" rIns="90000" bIns="468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2400" b="1" i="1" u="none" strike="noStrike" kern="0" cap="none" spc="0" normalizeH="0" baseline="0" noProof="0">
                <a:ln>
                  <a:noFill/>
                </a:ln>
                <a:solidFill>
                  <a:srgbClr val="03030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30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D309-19E6-B916-D180-B6FB7577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A7081DF-63C9-ADA9-87FC-586B34186B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BF9EE0-640F-64DE-4DE6-AADD4B1ED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F3FF81-66DF-9245-9BA9-AFECB59A038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FE2A7C8-FBD0-D910-0B15-A552EEAF5240}"/>
              </a:ext>
            </a:extLst>
          </p:cNvPr>
          <p:cNvSpPr txBox="1">
            <a:spLocks/>
          </p:cNvSpPr>
          <p:nvPr/>
        </p:nvSpPr>
        <p:spPr>
          <a:xfrm>
            <a:off x="6089202" y="564566"/>
            <a:ext cx="5410820" cy="5362345"/>
          </a:xfrm>
          <a:prstGeom prst="roundRect">
            <a:avLst>
              <a:gd name="adj" fmla="val 7506"/>
            </a:avLst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49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2pPr>
            <a:lvl3pPr marL="0" marR="0" lvl="2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None/>
              <a:defRPr sz="1800" b="1" i="0" u="none" strike="noStrike" cap="none" spc="300">
                <a:solidFill>
                  <a:srgbClr val="000000"/>
                </a:solidFill>
                <a:latin typeface="Arial Rounded MT Bold" panose="020F0704030504030204" pitchFamily="34" charset="77"/>
                <a:ea typeface="Arial Rounded MT Bold" panose="020F0704030504030204" pitchFamily="34" charset="77"/>
                <a:cs typeface="Calibri" panose="020F0502020204030204" pitchFamily="34" charset="0"/>
                <a:sym typeface="Arial"/>
              </a:defRPr>
            </a:lvl3pPr>
            <a:lvl4pPr marL="342900" marR="0" lvl="3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="0" i="0" u="none" strike="noStrike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4pPr>
            <a:lvl5pPr marL="342900" marR="0" lvl="4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 sz="1400" b="0" i="0" u="none" strike="noStrike" cap="none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5pPr>
            <a:lvl6pPr marL="0" marR="0" lvl="5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Click icon to add 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281061-ECD6-563F-8E71-EC47809D05F9}"/>
              </a:ext>
            </a:extLst>
          </p:cNvPr>
          <p:cNvGrpSpPr/>
          <p:nvPr/>
        </p:nvGrpSpPr>
        <p:grpSpPr>
          <a:xfrm>
            <a:off x="766800" y="2242125"/>
            <a:ext cx="6345200" cy="2520000"/>
            <a:chOff x="766800" y="2242125"/>
            <a:chExt cx="6345200" cy="2520000"/>
          </a:xfrm>
        </p:grpSpPr>
        <p:sp>
          <p:nvSpPr>
            <p:cNvPr id="5" name="Google Shape;740;p48">
              <a:extLst>
                <a:ext uri="{FF2B5EF4-FFF2-40B4-BE49-F238E27FC236}">
                  <a16:creationId xmlns:a16="http://schemas.microsoft.com/office/drawing/2014/main" id="{FD1624D0-58A3-F189-A599-E75197398027}"/>
                </a:ext>
              </a:extLst>
            </p:cNvPr>
            <p:cNvSpPr txBox="1"/>
            <p:nvPr/>
          </p:nvSpPr>
          <p:spPr>
            <a:xfrm>
              <a:off x="766800" y="2242125"/>
              <a:ext cx="6345200" cy="2520000"/>
            </a:xfrm>
            <a:prstGeom prst="roundRect">
              <a:avLst>
                <a:gd name="adj" fmla="val 3571"/>
              </a:avLst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792000" tIns="46800" rIns="90000" bIns="468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4000" b="0" i="1" u="none" strike="noStrike" kern="0" cap="none" spc="0" normalizeH="0" baseline="0" noProof="0" dirty="0">
                  <a:ln>
                    <a:noFill/>
                  </a:ln>
                  <a:solidFill>
                    <a:srgbClr val="030304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Section heading</a:t>
              </a:r>
            </a:p>
          </p:txBody>
        </p:sp>
        <p:sp>
          <p:nvSpPr>
            <p:cNvPr id="6" name="Google Shape;740;p48">
              <a:extLst>
                <a:ext uri="{FF2B5EF4-FFF2-40B4-BE49-F238E27FC236}">
                  <a16:creationId xmlns:a16="http://schemas.microsoft.com/office/drawing/2014/main" id="{5CB5D5A2-1471-6903-4880-2BE525755805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1020800" y="2494125"/>
              <a:ext cx="108000" cy="2016000"/>
            </a:xfrm>
            <a:prstGeom prst="roundRect">
              <a:avLst>
                <a:gd name="adj" fmla="val 8333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44000" tIns="46800" rIns="90000" bIns="468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2400" b="1" i="1" u="none" strike="noStrike" kern="0" cap="none" spc="0" normalizeH="0" baseline="0" noProof="0">
                <a:ln>
                  <a:noFill/>
                </a:ln>
                <a:solidFill>
                  <a:srgbClr val="03030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477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1310235-8A9F-67F5-ED4A-DE3A0EB2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F1EE63-14F4-AB82-081A-198CCFB5E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8C42C83-7FD0-3C99-F26D-5366370ECA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950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heme/theme1.xml><?xml version="1.0" encoding="utf-8"?>
<a:theme xmlns:a="http://schemas.openxmlformats.org/drawingml/2006/main" name="nxzen light backgrounds">
  <a:themeElements>
    <a:clrScheme name="nXzen Brand Colours 2025">
      <a:dk1>
        <a:srgbClr val="030304"/>
      </a:dk1>
      <a:lt1>
        <a:srgbClr val="FFFFFF"/>
      </a:lt1>
      <a:dk2>
        <a:srgbClr val="030304"/>
      </a:dk2>
      <a:lt2>
        <a:srgbClr val="F6F2F3"/>
      </a:lt2>
      <a:accent1>
        <a:srgbClr val="8DE971"/>
      </a:accent1>
      <a:accent2>
        <a:srgbClr val="F4F2F3"/>
      </a:accent2>
      <a:accent3>
        <a:srgbClr val="AD96DC"/>
      </a:accent3>
      <a:accent4>
        <a:srgbClr val="ECF166"/>
      </a:accent4>
      <a:accent5>
        <a:srgbClr val="74D1EA"/>
      </a:accent5>
      <a:accent6>
        <a:srgbClr val="FF7176"/>
      </a:accent6>
      <a:hlink>
        <a:srgbClr val="8DE971"/>
      </a:hlink>
      <a:folHlink>
        <a:srgbClr val="AD96DC"/>
      </a:folHlink>
    </a:clrScheme>
    <a:fontScheme name="2025 Enzen Brand Refresh">
      <a:majorFont>
        <a:latin typeface="Madras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solidFill>
          <a:schemeClr val="accent1"/>
        </a:solidFill>
        <a:ln w="6350">
          <a:noFill/>
        </a:ln>
      </a:spPr>
      <a:bodyPr rot="0" spcFirstLastPara="0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Arial"/>
          <a:buNone/>
          <a:tabLst/>
          <a:defRPr kumimoji="0" sz="1400" b="0" i="0" u="none" strike="noStrike" kern="0" cap="none" spc="30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Arial Rounded MT Bold" panose="020F0704030504030204" pitchFamily="34" charset="0"/>
            <a:cs typeface="Arial"/>
            <a:sym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37E1C1B-2D44-4913-BB93-CAD8F5FF69AA}" vid="{B13E96F0-28A7-4A87-BEEA-B7674C6B69F0}"/>
    </a:ext>
  </a:extLst>
</a:theme>
</file>

<file path=ppt/theme/theme2.xml><?xml version="1.0" encoding="utf-8"?>
<a:theme xmlns:a="http://schemas.openxmlformats.org/drawingml/2006/main" name="nxzen dark backgrounds">
  <a:themeElements>
    <a:clrScheme name="nXzen Brand Colours 2025">
      <a:dk1>
        <a:srgbClr val="030304"/>
      </a:dk1>
      <a:lt1>
        <a:srgbClr val="FFFFFF"/>
      </a:lt1>
      <a:dk2>
        <a:srgbClr val="030304"/>
      </a:dk2>
      <a:lt2>
        <a:srgbClr val="F6F2F3"/>
      </a:lt2>
      <a:accent1>
        <a:srgbClr val="8DE971"/>
      </a:accent1>
      <a:accent2>
        <a:srgbClr val="F4F2F3"/>
      </a:accent2>
      <a:accent3>
        <a:srgbClr val="AD96DC"/>
      </a:accent3>
      <a:accent4>
        <a:srgbClr val="ECF166"/>
      </a:accent4>
      <a:accent5>
        <a:srgbClr val="74D1EA"/>
      </a:accent5>
      <a:accent6>
        <a:srgbClr val="FF7176"/>
      </a:accent6>
      <a:hlink>
        <a:srgbClr val="8DE971"/>
      </a:hlink>
      <a:folHlink>
        <a:srgbClr val="AD96DC"/>
      </a:folHlink>
    </a:clrScheme>
    <a:fontScheme name="2025 Enzen Brand Refresh">
      <a:majorFont>
        <a:latin typeface="Madras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37E1C1B-2D44-4913-BB93-CAD8F5FF69AA}" vid="{CCCA4CC3-9009-414E-B44E-2A17267FBE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B1F19D55F36144946E5839DE66308E" ma:contentTypeVersion="13" ma:contentTypeDescription="Create a new document." ma:contentTypeScope="" ma:versionID="e4b27664e4cb6107e2164384cf8d18ab">
  <xsd:schema xmlns:xsd="http://www.w3.org/2001/XMLSchema" xmlns:xs="http://www.w3.org/2001/XMLSchema" xmlns:p="http://schemas.microsoft.com/office/2006/metadata/properties" xmlns:ns2="5add2bee-d9e0-4d9f-a812-d0d3f71a3eeb" xmlns:ns3="2be56372-5e68-4a42-9dbf-f9da95ce2edf" targetNamespace="http://schemas.microsoft.com/office/2006/metadata/properties" ma:root="true" ma:fieldsID="363260f1db29f3dc47608cbca8a4a613" ns2:_="" ns3:_="">
    <xsd:import namespace="5add2bee-d9e0-4d9f-a812-d0d3f71a3eeb"/>
    <xsd:import namespace="2be56372-5e68-4a42-9dbf-f9da95ce2e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d2bee-d9e0-4d9f-a812-d0d3f71a3e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3ee0b58-e154-4ff0-8073-653bf9f640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e56372-5e68-4a42-9dbf-f9da95ce2e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4f8503-d947-4941-90dd-ef62da6e145c}" ma:internalName="TaxCatchAll" ma:showField="CatchAllData" ma:web="2be56372-5e68-4a42-9dbf-f9da95ce2e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dd2bee-d9e0-4d9f-a812-d0d3f71a3eeb">
      <Terms xmlns="http://schemas.microsoft.com/office/infopath/2007/PartnerControls"/>
    </lcf76f155ced4ddcb4097134ff3c332f>
    <TaxCatchAll xmlns="2be56372-5e68-4a42-9dbf-f9da95ce2edf" xsi:nil="true"/>
  </documentManagement>
</p:properties>
</file>

<file path=customXml/itemProps1.xml><?xml version="1.0" encoding="utf-8"?>
<ds:datastoreItem xmlns:ds="http://schemas.openxmlformats.org/officeDocument/2006/customXml" ds:itemID="{4BF608BD-699F-40BC-B149-05CE08612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dd2bee-d9e0-4d9f-a812-d0d3f71a3eeb"/>
    <ds:schemaRef ds:uri="2be56372-5e68-4a42-9dbf-f9da95ce2e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D02D93-D2BC-434D-B750-9FE55BD425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400BC7-70E4-496B-BE1F-D5CFBF9083E9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5add2bee-d9e0-4d9f-a812-d0d3f71a3eeb"/>
    <ds:schemaRef ds:uri="http://purl.org/dc/terms/"/>
    <ds:schemaRef ds:uri="2be56372-5e68-4a42-9dbf-f9da95ce2edf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 Rounded MT Bold</vt:lpstr>
      <vt:lpstr>Times New Roman</vt:lpstr>
      <vt:lpstr>Arial</vt:lpstr>
      <vt:lpstr>Calibri</vt:lpstr>
      <vt:lpstr>nxzen light backgrounds</vt:lpstr>
      <vt:lpstr>nxzen dark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Kathryn Vizor</dc:creator>
  <cp:lastModifiedBy>Zoe Kathryn Vizor</cp:lastModifiedBy>
  <cp:revision>1</cp:revision>
  <dcterms:created xsi:type="dcterms:W3CDTF">2025-10-14T10:25:30Z</dcterms:created>
  <dcterms:modified xsi:type="dcterms:W3CDTF">2025-10-14T10:28:16Z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0x0101000FB1F19D55F36144946E5839DE66308E</vt:lpwstr>
  </property>
  <property fmtid="{D5CDD505-2E9C-101B-9397-08002B2CF9AE}" pid="3" name="MediaServiceImageTags">
    <vt:lpwstr/>
  </property>
</Properties>
</file>